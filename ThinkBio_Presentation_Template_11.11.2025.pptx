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2"/>
  </p:notesMasterIdLst>
  <p:sldIdLst>
    <p:sldId id="256" r:id="rId5"/>
    <p:sldId id="257" r:id="rId6"/>
    <p:sldId id="260" r:id="rId7"/>
    <p:sldId id="264" r:id="rId8"/>
    <p:sldId id="258" r:id="rId9"/>
    <p:sldId id="262" r:id="rId10"/>
    <p:sldId id="369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B7AC"/>
    <a:srgbClr val="EEF4F6"/>
    <a:srgbClr val="EEF8FF"/>
    <a:srgbClr val="156082"/>
    <a:srgbClr val="EDF7FF"/>
    <a:srgbClr val="EFF9FF"/>
    <a:srgbClr val="E8ECEA"/>
    <a:srgbClr val="E7EBEA"/>
    <a:srgbClr val="E7EAEA"/>
    <a:srgbClr val="ECF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CBF991-7121-4B82-9BC1-723D5A88F6A4}" v="14" dt="2025-12-08T10:12:51.9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2" d="100"/>
          <a:sy n="82" d="100"/>
        </p:scale>
        <p:origin x="69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dana Satheendran" userId="S::nandana.satheendran_feathersoft.com#ext#@thinkbioai.onmicrosoft.com::b43bca2a-14e7-4400-b587-d23c3078b2af" providerId="AD" clId="Web-{2BA43A3E-75F3-54E1-2E99-FEFEE23E2169}"/>
    <pc:docChg chg="modSld">
      <pc:chgData name="Nandana Satheendran" userId="S::nandana.satheendran_feathersoft.com#ext#@thinkbioai.onmicrosoft.com::b43bca2a-14e7-4400-b587-d23c3078b2af" providerId="AD" clId="Web-{2BA43A3E-75F3-54E1-2E99-FEFEE23E2169}" dt="2025-11-11T04:53:45.808" v="26" actId="20577"/>
      <pc:docMkLst>
        <pc:docMk/>
      </pc:docMkLst>
      <pc:sldChg chg="modSp">
        <pc:chgData name="Nandana Satheendran" userId="S::nandana.satheendran_feathersoft.com#ext#@thinkbioai.onmicrosoft.com::b43bca2a-14e7-4400-b587-d23c3078b2af" providerId="AD" clId="Web-{2BA43A3E-75F3-54E1-2E99-FEFEE23E2169}" dt="2025-11-11T04:53:45.808" v="26" actId="20577"/>
        <pc:sldMkLst>
          <pc:docMk/>
          <pc:sldMk cId="3027132098" sldId="3691"/>
        </pc:sldMkLst>
        <pc:spChg chg="mod">
          <ac:chgData name="Nandana Satheendran" userId="S::nandana.satheendran_feathersoft.com#ext#@thinkbioai.onmicrosoft.com::b43bca2a-14e7-4400-b587-d23c3078b2af" providerId="AD" clId="Web-{2BA43A3E-75F3-54E1-2E99-FEFEE23E2169}" dt="2025-11-11T04:53:45.808" v="26" actId="20577"/>
          <ac:spMkLst>
            <pc:docMk/>
            <pc:sldMk cId="3027132098" sldId="3691"/>
            <ac:spMk id="4" creationId="{A1E0B02C-1845-9569-CF05-E481068012B0}"/>
          </ac:spMkLst>
        </pc:spChg>
      </pc:sldChg>
    </pc:docChg>
  </pc:docChgLst>
  <pc:docChgLst>
    <pc:chgData name="Biswajit Biswas" userId="d12d8277-e2da-4642-9445-5318653d22fb" providerId="ADAL" clId="{DC49F3C7-C683-480B-8141-400641FC9956}"/>
    <pc:docChg chg="undo custSel modSld">
      <pc:chgData name="Biswajit Biswas" userId="d12d8277-e2da-4642-9445-5318653d22fb" providerId="ADAL" clId="{DC49F3C7-C683-480B-8141-400641FC9956}" dt="2025-12-08T10:13:02.115" v="126" actId="1076"/>
      <pc:docMkLst>
        <pc:docMk/>
      </pc:docMkLst>
      <pc:sldChg chg="addSp delSp modSp mod">
        <pc:chgData name="Biswajit Biswas" userId="d12d8277-e2da-4642-9445-5318653d22fb" providerId="ADAL" clId="{DC49F3C7-C683-480B-8141-400641FC9956}" dt="2025-12-08T10:13:02.115" v="126" actId="1076"/>
        <pc:sldMkLst>
          <pc:docMk/>
          <pc:sldMk cId="3322623617" sldId="260"/>
        </pc:sldMkLst>
        <pc:spChg chg="del">
          <ac:chgData name="Biswajit Biswas" userId="d12d8277-e2da-4642-9445-5318653d22fb" providerId="ADAL" clId="{DC49F3C7-C683-480B-8141-400641FC9956}" dt="2025-12-08T09:58:41.330" v="0" actId="478"/>
          <ac:spMkLst>
            <pc:docMk/>
            <pc:sldMk cId="3322623617" sldId="260"/>
            <ac:spMk id="3" creationId="{BC9E168B-8AE1-9CCE-6219-46B042616AD9}"/>
          </ac:spMkLst>
        </pc:spChg>
        <pc:spChg chg="del">
          <ac:chgData name="Biswajit Biswas" userId="d12d8277-e2da-4642-9445-5318653d22fb" providerId="ADAL" clId="{DC49F3C7-C683-480B-8141-400641FC9956}" dt="2025-12-08T09:58:41.330" v="0" actId="478"/>
          <ac:spMkLst>
            <pc:docMk/>
            <pc:sldMk cId="3322623617" sldId="260"/>
            <ac:spMk id="4" creationId="{F87B1CD6-AB7E-F6FE-163E-195843FD01A1}"/>
          </ac:spMkLst>
        </pc:spChg>
        <pc:spChg chg="mod">
          <ac:chgData name="Biswajit Biswas" userId="d12d8277-e2da-4642-9445-5318653d22fb" providerId="ADAL" clId="{DC49F3C7-C683-480B-8141-400641FC9956}" dt="2025-12-08T10:02:18.950" v="56" actId="20577"/>
          <ac:spMkLst>
            <pc:docMk/>
            <pc:sldMk cId="3322623617" sldId="260"/>
            <ac:spMk id="5" creationId="{11AC8089-66E2-D2B1-522F-70A71BB80487}"/>
          </ac:spMkLst>
        </pc:spChg>
        <pc:spChg chg="add mod">
          <ac:chgData name="Biswajit Biswas" userId="d12d8277-e2da-4642-9445-5318653d22fb" providerId="ADAL" clId="{DC49F3C7-C683-480B-8141-400641FC9956}" dt="2025-12-08T10:03:01.619" v="63" actId="767"/>
          <ac:spMkLst>
            <pc:docMk/>
            <pc:sldMk cId="3322623617" sldId="260"/>
            <ac:spMk id="6" creationId="{1F45755F-39F5-8922-96A5-AC2294765540}"/>
          </ac:spMkLst>
        </pc:spChg>
        <pc:spChg chg="add mod">
          <ac:chgData name="Biswajit Biswas" userId="d12d8277-e2da-4642-9445-5318653d22fb" providerId="ADAL" clId="{DC49F3C7-C683-480B-8141-400641FC9956}" dt="2025-12-08T10:11:44.276" v="107" actId="14100"/>
          <ac:spMkLst>
            <pc:docMk/>
            <pc:sldMk cId="3322623617" sldId="260"/>
            <ac:spMk id="7" creationId="{2318266C-97C7-375B-6E91-6B7416AEE968}"/>
          </ac:spMkLst>
        </pc:spChg>
        <pc:spChg chg="add mod">
          <ac:chgData name="Biswajit Biswas" userId="d12d8277-e2da-4642-9445-5318653d22fb" providerId="ADAL" clId="{DC49F3C7-C683-480B-8141-400641FC9956}" dt="2025-12-08T10:11:41.959" v="106" actId="14100"/>
          <ac:spMkLst>
            <pc:docMk/>
            <pc:sldMk cId="3322623617" sldId="260"/>
            <ac:spMk id="9" creationId="{8B0F193C-43B6-B22D-AE4D-072A0E83573B}"/>
          </ac:spMkLst>
        </pc:spChg>
        <pc:spChg chg="add mod">
          <ac:chgData name="Biswajit Biswas" userId="d12d8277-e2da-4642-9445-5318653d22fb" providerId="ADAL" clId="{DC49F3C7-C683-480B-8141-400641FC9956}" dt="2025-12-08T10:11:59.101" v="121" actId="20577"/>
          <ac:spMkLst>
            <pc:docMk/>
            <pc:sldMk cId="3322623617" sldId="260"/>
            <ac:spMk id="12" creationId="{D87B3F03-CA15-841E-43D7-36ADD0769D6F}"/>
          </ac:spMkLst>
        </pc:spChg>
        <pc:picChg chg="add mod">
          <ac:chgData name="Biswajit Biswas" userId="d12d8277-e2da-4642-9445-5318653d22fb" providerId="ADAL" clId="{DC49F3C7-C683-480B-8141-400641FC9956}" dt="2025-12-08T10:04:44.995" v="80"/>
          <ac:picMkLst>
            <pc:docMk/>
            <pc:sldMk cId="3322623617" sldId="260"/>
            <ac:picMk id="8" creationId="{BB6BC212-AD90-9651-ECA6-6FDDB9B578F1}"/>
          </ac:picMkLst>
        </pc:picChg>
        <pc:picChg chg="add mod">
          <ac:chgData name="Biswajit Biswas" userId="d12d8277-e2da-4642-9445-5318653d22fb" providerId="ADAL" clId="{DC49F3C7-C683-480B-8141-400641FC9956}" dt="2025-12-08T10:10:37.141" v="87" actId="1076"/>
          <ac:picMkLst>
            <pc:docMk/>
            <pc:sldMk cId="3322623617" sldId="260"/>
            <ac:picMk id="11" creationId="{51833EEC-CD50-9A06-3A85-076FB88E4D61}"/>
          </ac:picMkLst>
        </pc:picChg>
        <pc:picChg chg="add mod">
          <ac:chgData name="Biswajit Biswas" userId="d12d8277-e2da-4642-9445-5318653d22fb" providerId="ADAL" clId="{DC49F3C7-C683-480B-8141-400641FC9956}" dt="2025-12-08T10:13:02.115" v="126" actId="1076"/>
          <ac:picMkLst>
            <pc:docMk/>
            <pc:sldMk cId="3322623617" sldId="260"/>
            <ac:picMk id="14" creationId="{87D7497D-0809-93D8-3DBA-E887A171FCEF}"/>
          </ac:picMkLst>
        </pc:picChg>
        <pc:cxnChg chg="add mod">
          <ac:chgData name="Biswajit Biswas" userId="d12d8277-e2da-4642-9445-5318653d22fb" providerId="ADAL" clId="{DC49F3C7-C683-480B-8141-400641FC9956}" dt="2025-12-08T09:58:53.056" v="2" actId="1076"/>
          <ac:cxnSpMkLst>
            <pc:docMk/>
            <pc:sldMk cId="3322623617" sldId="260"/>
            <ac:cxnSpMk id="2" creationId="{2FB7DB68-F054-7C82-52D4-14679052E753}"/>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B3C519-168D-2E4E-84BD-ED479DDDB238}"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D1DE9D-7D58-D046-BD1A-00ADCDF55986}" type="slidenum">
              <a:rPr lang="en-US" smtClean="0"/>
              <a:t>‹#›</a:t>
            </a:fld>
            <a:endParaRPr lang="en-US"/>
          </a:p>
        </p:txBody>
      </p:sp>
    </p:spTree>
    <p:extLst>
      <p:ext uri="{BB962C8B-B14F-4D97-AF65-F5344CB8AC3E}">
        <p14:creationId xmlns:p14="http://schemas.microsoft.com/office/powerpoint/2010/main" val="1397307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4D1DE9D-7D58-D046-BD1A-00ADCDF55986}" type="slidenum">
              <a:rPr lang="en-US" smtClean="0"/>
              <a:t>3</a:t>
            </a:fld>
            <a:endParaRPr lang="en-US"/>
          </a:p>
        </p:txBody>
      </p:sp>
    </p:spTree>
    <p:extLst>
      <p:ext uri="{BB962C8B-B14F-4D97-AF65-F5344CB8AC3E}">
        <p14:creationId xmlns:p14="http://schemas.microsoft.com/office/powerpoint/2010/main" val="431625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1D04C-6391-6BBC-3ABC-CA4D96943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2D8123-D665-B5CC-6009-90581D038E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B42132-B1B7-DF0D-1BE2-4954618658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FA0052-2745-80F2-B701-6A181AB9CF34}"/>
              </a:ext>
            </a:extLst>
          </p:cNvPr>
          <p:cNvSpPr>
            <a:spLocks noGrp="1"/>
          </p:cNvSpPr>
          <p:nvPr>
            <p:ph type="sldNum" sz="quarter" idx="5"/>
          </p:nvPr>
        </p:nvSpPr>
        <p:spPr/>
        <p:txBody>
          <a:bodyPr/>
          <a:lstStyle/>
          <a:p>
            <a:fld id="{14D1DE9D-7D58-D046-BD1A-00ADCDF55986}" type="slidenum">
              <a:rPr lang="en-US" smtClean="0"/>
              <a:t>4</a:t>
            </a:fld>
            <a:endParaRPr lang="en-US"/>
          </a:p>
        </p:txBody>
      </p:sp>
    </p:spTree>
    <p:extLst>
      <p:ext uri="{BB962C8B-B14F-4D97-AF65-F5344CB8AC3E}">
        <p14:creationId xmlns:p14="http://schemas.microsoft.com/office/powerpoint/2010/main" val="2713621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4D1DE9D-7D58-D046-BD1A-00ADCDF55986}" type="slidenum">
              <a:rPr lang="en-US" smtClean="0"/>
              <a:t>5</a:t>
            </a:fld>
            <a:endParaRPr lang="en-US"/>
          </a:p>
        </p:txBody>
      </p:sp>
    </p:spTree>
    <p:extLst>
      <p:ext uri="{BB962C8B-B14F-4D97-AF65-F5344CB8AC3E}">
        <p14:creationId xmlns:p14="http://schemas.microsoft.com/office/powerpoint/2010/main" val="324504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820B4-BE47-2EC6-3213-8FA103A35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A00633-A198-8334-1BD5-E4D631720D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4A33C-A4CA-F112-1333-DFF8C1A176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60E51A4-0C45-6CCD-C878-09D6D0579E19}"/>
              </a:ext>
            </a:extLst>
          </p:cNvPr>
          <p:cNvSpPr>
            <a:spLocks noGrp="1"/>
          </p:cNvSpPr>
          <p:nvPr>
            <p:ph type="sldNum" sz="quarter" idx="5"/>
          </p:nvPr>
        </p:nvSpPr>
        <p:spPr/>
        <p:txBody>
          <a:bodyPr/>
          <a:lstStyle/>
          <a:p>
            <a:fld id="{14D1DE9D-7D58-D046-BD1A-00ADCDF55986}" type="slidenum">
              <a:rPr lang="en-US" smtClean="0"/>
              <a:t>6</a:t>
            </a:fld>
            <a:endParaRPr lang="en-US"/>
          </a:p>
        </p:txBody>
      </p:sp>
    </p:spTree>
    <p:extLst>
      <p:ext uri="{BB962C8B-B14F-4D97-AF65-F5344CB8AC3E}">
        <p14:creationId xmlns:p14="http://schemas.microsoft.com/office/powerpoint/2010/main" val="1422684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BA35A51-240C-47BA-99B0-B2207FF76F3F}" type="slidenum">
              <a:rPr lang="en-US" smtClean="0"/>
              <a:t>7</a:t>
            </a:fld>
            <a:endParaRPr lang="en-US"/>
          </a:p>
        </p:txBody>
      </p:sp>
    </p:spTree>
    <p:extLst>
      <p:ext uri="{BB962C8B-B14F-4D97-AF65-F5344CB8AC3E}">
        <p14:creationId xmlns:p14="http://schemas.microsoft.com/office/powerpoint/2010/main" val="298842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7D44906-3EBD-9E31-E3E3-EE39065E145E}"/>
              </a:ext>
            </a:extLst>
          </p:cNvPr>
          <p:cNvPicPr>
            <a:picLocks noChangeAspect="1"/>
          </p:cNvPicPr>
          <p:nvPr userDrawn="1"/>
        </p:nvPicPr>
        <p:blipFill>
          <a:blip r:embed="rId2"/>
          <a:stretch>
            <a:fillRect/>
          </a:stretch>
        </p:blipFill>
        <p:spPr>
          <a:xfrm>
            <a:off x="0" y="6335485"/>
            <a:ext cx="12192001" cy="522515"/>
          </a:xfrm>
          <a:prstGeom prst="rect">
            <a:avLst/>
          </a:prstGeom>
        </p:spPr>
      </p:pic>
      <p:sp>
        <p:nvSpPr>
          <p:cNvPr id="13" name="TextBox 12">
            <a:extLst>
              <a:ext uri="{FF2B5EF4-FFF2-40B4-BE49-F238E27FC236}">
                <a16:creationId xmlns:a16="http://schemas.microsoft.com/office/drawing/2014/main" id="{B912D6B6-5498-DDF8-9930-370510CC31E3}"/>
              </a:ext>
            </a:extLst>
          </p:cNvPr>
          <p:cNvSpPr txBox="1"/>
          <p:nvPr userDrawn="1"/>
        </p:nvSpPr>
        <p:spPr>
          <a:xfrm>
            <a:off x="10858561" y="6461809"/>
            <a:ext cx="124181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bg1"/>
                </a:solidFill>
              </a:rPr>
              <a:t>www.thinkbio.ai</a:t>
            </a:r>
          </a:p>
        </p:txBody>
      </p:sp>
      <p:pic>
        <p:nvPicPr>
          <p:cNvPr id="18" name="Graphic 17">
            <a:extLst>
              <a:ext uri="{FF2B5EF4-FFF2-40B4-BE49-F238E27FC236}">
                <a16:creationId xmlns:a16="http://schemas.microsoft.com/office/drawing/2014/main" id="{AFFDEEBC-1C0E-5900-6F2D-AADD3A56D1C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472474" y="697255"/>
            <a:ext cx="2719526" cy="5410222"/>
          </a:xfrm>
          <a:prstGeom prst="rect">
            <a:avLst/>
          </a:prstGeom>
        </p:spPr>
      </p:pic>
      <p:pic>
        <p:nvPicPr>
          <p:cNvPr id="5" name="Graphic 4">
            <a:extLst>
              <a:ext uri="{FF2B5EF4-FFF2-40B4-BE49-F238E27FC236}">
                <a16:creationId xmlns:a16="http://schemas.microsoft.com/office/drawing/2014/main" id="{62117F13-E943-C9FF-F5A6-CA313B69E94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12444" y="6438153"/>
            <a:ext cx="1251305" cy="317178"/>
          </a:xfrm>
          <a:prstGeom prst="rect">
            <a:avLst/>
          </a:prstGeom>
        </p:spPr>
      </p:pic>
    </p:spTree>
    <p:extLst>
      <p:ext uri="{BB962C8B-B14F-4D97-AF65-F5344CB8AC3E}">
        <p14:creationId xmlns:p14="http://schemas.microsoft.com/office/powerpoint/2010/main" val="2865915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811DC-5BF2-6171-0F76-0AC3846DC83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7A1C051-87E4-B8C1-D02A-CC3BB621DE6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84E60A-75C1-7D6C-865D-88DCEACF9C44}"/>
              </a:ext>
            </a:extLst>
          </p:cNvPr>
          <p:cNvSpPr>
            <a:spLocks noGrp="1"/>
          </p:cNvSpPr>
          <p:nvPr>
            <p:ph type="dt" sz="half" idx="10"/>
          </p:nvPr>
        </p:nvSpPr>
        <p:spPr/>
        <p:txBody>
          <a:bodyPr/>
          <a:lstStyle/>
          <a:p>
            <a:fld id="{70DFE63B-E750-F447-BDD3-B75438B8F834}" type="datetimeFigureOut">
              <a:rPr lang="en-US" smtClean="0"/>
              <a:t>12/8/2025</a:t>
            </a:fld>
            <a:endParaRPr lang="en-US"/>
          </a:p>
        </p:txBody>
      </p:sp>
      <p:sp>
        <p:nvSpPr>
          <p:cNvPr id="5" name="Footer Placeholder 4">
            <a:extLst>
              <a:ext uri="{FF2B5EF4-FFF2-40B4-BE49-F238E27FC236}">
                <a16:creationId xmlns:a16="http://schemas.microsoft.com/office/drawing/2014/main" id="{A99BD91F-1F02-B7EC-A4B2-54EA7989E5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F9B0D-2447-A04B-EFC0-1C7C78E6EAAF}"/>
              </a:ext>
            </a:extLst>
          </p:cNvPr>
          <p:cNvSpPr>
            <a:spLocks noGrp="1"/>
          </p:cNvSpPr>
          <p:nvPr>
            <p:ph type="sldNum" sz="quarter" idx="12"/>
          </p:nvPr>
        </p:nvSpPr>
        <p:spPr/>
        <p:txBody>
          <a:bodyPr/>
          <a:lstStyle/>
          <a:p>
            <a:fld id="{939B0DDF-E7D4-DC4D-B3A9-A6C2BCE8BC52}" type="slidenum">
              <a:rPr lang="en-US" smtClean="0"/>
              <a:t>‹#›</a:t>
            </a:fld>
            <a:endParaRPr lang="en-US"/>
          </a:p>
        </p:txBody>
      </p:sp>
    </p:spTree>
    <p:extLst>
      <p:ext uri="{BB962C8B-B14F-4D97-AF65-F5344CB8AC3E}">
        <p14:creationId xmlns:p14="http://schemas.microsoft.com/office/powerpoint/2010/main" val="284384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957DA-2809-1E8A-F462-7FB61AB0DA9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3948D6F-195E-1F1A-B84D-5CAEA9C085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C1091BB-6988-B836-48CA-62FAF2CE5210}"/>
              </a:ext>
            </a:extLst>
          </p:cNvPr>
          <p:cNvSpPr>
            <a:spLocks noGrp="1"/>
          </p:cNvSpPr>
          <p:nvPr>
            <p:ph type="dt" sz="half" idx="10"/>
          </p:nvPr>
        </p:nvSpPr>
        <p:spPr/>
        <p:txBody>
          <a:bodyPr/>
          <a:lstStyle/>
          <a:p>
            <a:fld id="{70DFE63B-E750-F447-BDD3-B75438B8F834}" type="datetimeFigureOut">
              <a:rPr lang="en-US" smtClean="0"/>
              <a:t>12/8/2025</a:t>
            </a:fld>
            <a:endParaRPr lang="en-US"/>
          </a:p>
        </p:txBody>
      </p:sp>
      <p:sp>
        <p:nvSpPr>
          <p:cNvPr id="5" name="Footer Placeholder 4">
            <a:extLst>
              <a:ext uri="{FF2B5EF4-FFF2-40B4-BE49-F238E27FC236}">
                <a16:creationId xmlns:a16="http://schemas.microsoft.com/office/drawing/2014/main" id="{446878A5-A77C-612C-5AEC-CFBF0DAB56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A6A1D4-4579-EDAE-B24A-119DF59C90A0}"/>
              </a:ext>
            </a:extLst>
          </p:cNvPr>
          <p:cNvSpPr>
            <a:spLocks noGrp="1"/>
          </p:cNvSpPr>
          <p:nvPr>
            <p:ph type="sldNum" sz="quarter" idx="12"/>
          </p:nvPr>
        </p:nvSpPr>
        <p:spPr/>
        <p:txBody>
          <a:bodyPr/>
          <a:lstStyle/>
          <a:p>
            <a:fld id="{939B0DDF-E7D4-DC4D-B3A9-A6C2BCE8BC52}" type="slidenum">
              <a:rPr lang="en-US" smtClean="0"/>
              <a:t>‹#›</a:t>
            </a:fld>
            <a:endParaRPr lang="en-US"/>
          </a:p>
        </p:txBody>
      </p:sp>
    </p:spTree>
    <p:extLst>
      <p:ext uri="{BB962C8B-B14F-4D97-AF65-F5344CB8AC3E}">
        <p14:creationId xmlns:p14="http://schemas.microsoft.com/office/powerpoint/2010/main" val="2975332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00BDD-89D2-EF50-8B3B-6E6901D15F6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3873207-C343-004C-27EA-9E4C122F333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6D0322D-9431-4E2C-5796-87CFB30D7B1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E810187-BDAC-C9E7-A3F7-97D6E82038DF}"/>
              </a:ext>
            </a:extLst>
          </p:cNvPr>
          <p:cNvSpPr>
            <a:spLocks noGrp="1"/>
          </p:cNvSpPr>
          <p:nvPr>
            <p:ph type="dt" sz="half" idx="10"/>
          </p:nvPr>
        </p:nvSpPr>
        <p:spPr/>
        <p:txBody>
          <a:bodyPr/>
          <a:lstStyle/>
          <a:p>
            <a:fld id="{70DFE63B-E750-F447-BDD3-B75438B8F834}" type="datetimeFigureOut">
              <a:rPr lang="en-US" smtClean="0"/>
              <a:t>12/8/2025</a:t>
            </a:fld>
            <a:endParaRPr lang="en-US"/>
          </a:p>
        </p:txBody>
      </p:sp>
      <p:sp>
        <p:nvSpPr>
          <p:cNvPr id="6" name="Footer Placeholder 5">
            <a:extLst>
              <a:ext uri="{FF2B5EF4-FFF2-40B4-BE49-F238E27FC236}">
                <a16:creationId xmlns:a16="http://schemas.microsoft.com/office/drawing/2014/main" id="{7D07FA6D-FF94-B30B-E033-DD9BEA71A6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FBD3E9-C1A9-88CE-407A-687138A32AAC}"/>
              </a:ext>
            </a:extLst>
          </p:cNvPr>
          <p:cNvSpPr>
            <a:spLocks noGrp="1"/>
          </p:cNvSpPr>
          <p:nvPr>
            <p:ph type="sldNum" sz="quarter" idx="12"/>
          </p:nvPr>
        </p:nvSpPr>
        <p:spPr/>
        <p:txBody>
          <a:bodyPr/>
          <a:lstStyle/>
          <a:p>
            <a:fld id="{939B0DDF-E7D4-DC4D-B3A9-A6C2BCE8BC52}" type="slidenum">
              <a:rPr lang="en-US" smtClean="0"/>
              <a:t>‹#›</a:t>
            </a:fld>
            <a:endParaRPr lang="en-US"/>
          </a:p>
        </p:txBody>
      </p:sp>
    </p:spTree>
    <p:extLst>
      <p:ext uri="{BB962C8B-B14F-4D97-AF65-F5344CB8AC3E}">
        <p14:creationId xmlns:p14="http://schemas.microsoft.com/office/powerpoint/2010/main" val="3065403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EA615-7E0F-9369-158E-56C63CB9921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6F8E10-80A4-8B74-266D-929C582D26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85427DB-010B-2B1E-DB6B-13F469EA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E2D169D-240B-FD3B-A1BF-46C2E2F46D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22B19F3-260F-397E-2D85-BB4FAA6C802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6B9DAE8-83B7-99AB-D769-A2048F034181}"/>
              </a:ext>
            </a:extLst>
          </p:cNvPr>
          <p:cNvSpPr>
            <a:spLocks noGrp="1"/>
          </p:cNvSpPr>
          <p:nvPr>
            <p:ph type="dt" sz="half" idx="10"/>
          </p:nvPr>
        </p:nvSpPr>
        <p:spPr/>
        <p:txBody>
          <a:bodyPr/>
          <a:lstStyle/>
          <a:p>
            <a:fld id="{70DFE63B-E750-F447-BDD3-B75438B8F834}" type="datetimeFigureOut">
              <a:rPr lang="en-US" smtClean="0"/>
              <a:t>12/8/2025</a:t>
            </a:fld>
            <a:endParaRPr lang="en-US"/>
          </a:p>
        </p:txBody>
      </p:sp>
      <p:sp>
        <p:nvSpPr>
          <p:cNvPr id="8" name="Footer Placeholder 7">
            <a:extLst>
              <a:ext uri="{FF2B5EF4-FFF2-40B4-BE49-F238E27FC236}">
                <a16:creationId xmlns:a16="http://schemas.microsoft.com/office/drawing/2014/main" id="{4D20F0B4-A960-5149-E491-8E2694196E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EBE48E-2F0F-DBBB-E6B0-F21B899B26C9}"/>
              </a:ext>
            </a:extLst>
          </p:cNvPr>
          <p:cNvSpPr>
            <a:spLocks noGrp="1"/>
          </p:cNvSpPr>
          <p:nvPr>
            <p:ph type="sldNum" sz="quarter" idx="12"/>
          </p:nvPr>
        </p:nvSpPr>
        <p:spPr/>
        <p:txBody>
          <a:bodyPr/>
          <a:lstStyle/>
          <a:p>
            <a:fld id="{939B0DDF-E7D4-DC4D-B3A9-A6C2BCE8BC52}" type="slidenum">
              <a:rPr lang="en-US" smtClean="0"/>
              <a:t>‹#›</a:t>
            </a:fld>
            <a:endParaRPr lang="en-US"/>
          </a:p>
        </p:txBody>
      </p:sp>
    </p:spTree>
    <p:extLst>
      <p:ext uri="{BB962C8B-B14F-4D97-AF65-F5344CB8AC3E}">
        <p14:creationId xmlns:p14="http://schemas.microsoft.com/office/powerpoint/2010/main" val="681161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EF184-2B3D-6312-DD4F-E87037236E0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835C31E-00DF-BB79-17AA-1CB121DE0FE3}"/>
              </a:ext>
            </a:extLst>
          </p:cNvPr>
          <p:cNvSpPr>
            <a:spLocks noGrp="1"/>
          </p:cNvSpPr>
          <p:nvPr>
            <p:ph type="dt" sz="half" idx="10"/>
          </p:nvPr>
        </p:nvSpPr>
        <p:spPr/>
        <p:txBody>
          <a:bodyPr/>
          <a:lstStyle/>
          <a:p>
            <a:fld id="{70DFE63B-E750-F447-BDD3-B75438B8F834}" type="datetimeFigureOut">
              <a:rPr lang="en-US" smtClean="0"/>
              <a:t>12/8/2025</a:t>
            </a:fld>
            <a:endParaRPr lang="en-US"/>
          </a:p>
        </p:txBody>
      </p:sp>
      <p:sp>
        <p:nvSpPr>
          <p:cNvPr id="4" name="Footer Placeholder 3">
            <a:extLst>
              <a:ext uri="{FF2B5EF4-FFF2-40B4-BE49-F238E27FC236}">
                <a16:creationId xmlns:a16="http://schemas.microsoft.com/office/drawing/2014/main" id="{88968AF9-5ED1-CFD2-E9D4-72F4C5032E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97A099-6623-6461-ECAB-FB15371AAB24}"/>
              </a:ext>
            </a:extLst>
          </p:cNvPr>
          <p:cNvSpPr>
            <a:spLocks noGrp="1"/>
          </p:cNvSpPr>
          <p:nvPr>
            <p:ph type="sldNum" sz="quarter" idx="12"/>
          </p:nvPr>
        </p:nvSpPr>
        <p:spPr/>
        <p:txBody>
          <a:bodyPr/>
          <a:lstStyle/>
          <a:p>
            <a:fld id="{939B0DDF-E7D4-DC4D-B3A9-A6C2BCE8BC52}" type="slidenum">
              <a:rPr lang="en-US" smtClean="0"/>
              <a:t>‹#›</a:t>
            </a:fld>
            <a:endParaRPr lang="en-US"/>
          </a:p>
        </p:txBody>
      </p:sp>
    </p:spTree>
    <p:extLst>
      <p:ext uri="{BB962C8B-B14F-4D97-AF65-F5344CB8AC3E}">
        <p14:creationId xmlns:p14="http://schemas.microsoft.com/office/powerpoint/2010/main" val="3719944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0CAC90-B7C9-A91E-20F1-5EE1A187F821}"/>
              </a:ext>
            </a:extLst>
          </p:cNvPr>
          <p:cNvSpPr>
            <a:spLocks noGrp="1"/>
          </p:cNvSpPr>
          <p:nvPr>
            <p:ph type="dt" sz="half" idx="10"/>
          </p:nvPr>
        </p:nvSpPr>
        <p:spPr/>
        <p:txBody>
          <a:bodyPr/>
          <a:lstStyle/>
          <a:p>
            <a:fld id="{70DFE63B-E750-F447-BDD3-B75438B8F834}" type="datetimeFigureOut">
              <a:rPr lang="en-US" smtClean="0"/>
              <a:t>12/8/2025</a:t>
            </a:fld>
            <a:endParaRPr lang="en-US"/>
          </a:p>
        </p:txBody>
      </p:sp>
      <p:sp>
        <p:nvSpPr>
          <p:cNvPr id="3" name="Footer Placeholder 2">
            <a:extLst>
              <a:ext uri="{FF2B5EF4-FFF2-40B4-BE49-F238E27FC236}">
                <a16:creationId xmlns:a16="http://schemas.microsoft.com/office/drawing/2014/main" id="{9CE01D7E-55FA-E5BE-109D-9A1553C049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85A0A6-1790-E40A-CEEF-5405CD49FC5A}"/>
              </a:ext>
            </a:extLst>
          </p:cNvPr>
          <p:cNvSpPr>
            <a:spLocks noGrp="1"/>
          </p:cNvSpPr>
          <p:nvPr>
            <p:ph type="sldNum" sz="quarter" idx="12"/>
          </p:nvPr>
        </p:nvSpPr>
        <p:spPr/>
        <p:txBody>
          <a:bodyPr/>
          <a:lstStyle/>
          <a:p>
            <a:fld id="{939B0DDF-E7D4-DC4D-B3A9-A6C2BCE8BC52}" type="slidenum">
              <a:rPr lang="en-US" smtClean="0"/>
              <a:t>‹#›</a:t>
            </a:fld>
            <a:endParaRPr lang="en-US"/>
          </a:p>
        </p:txBody>
      </p:sp>
    </p:spTree>
    <p:extLst>
      <p:ext uri="{BB962C8B-B14F-4D97-AF65-F5344CB8AC3E}">
        <p14:creationId xmlns:p14="http://schemas.microsoft.com/office/powerpoint/2010/main" val="632233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BA810-2ED3-1A50-2D0F-F88B59E789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F4E9CF1-0290-0C9B-587B-8B5F8725B7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6159197-845E-F941-E578-11249305AA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0132B71-2EEF-4A54-9596-03613FF0B8F7}"/>
              </a:ext>
            </a:extLst>
          </p:cNvPr>
          <p:cNvSpPr>
            <a:spLocks noGrp="1"/>
          </p:cNvSpPr>
          <p:nvPr>
            <p:ph type="dt" sz="half" idx="10"/>
          </p:nvPr>
        </p:nvSpPr>
        <p:spPr/>
        <p:txBody>
          <a:bodyPr/>
          <a:lstStyle/>
          <a:p>
            <a:fld id="{70DFE63B-E750-F447-BDD3-B75438B8F834}" type="datetimeFigureOut">
              <a:rPr lang="en-US" smtClean="0"/>
              <a:t>12/8/2025</a:t>
            </a:fld>
            <a:endParaRPr lang="en-US"/>
          </a:p>
        </p:txBody>
      </p:sp>
      <p:sp>
        <p:nvSpPr>
          <p:cNvPr id="6" name="Footer Placeholder 5">
            <a:extLst>
              <a:ext uri="{FF2B5EF4-FFF2-40B4-BE49-F238E27FC236}">
                <a16:creationId xmlns:a16="http://schemas.microsoft.com/office/drawing/2014/main" id="{EA936D79-95CB-A8CC-ED59-103292BAC6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82B9F8-363F-81BB-6E5B-18F90212441E}"/>
              </a:ext>
            </a:extLst>
          </p:cNvPr>
          <p:cNvSpPr>
            <a:spLocks noGrp="1"/>
          </p:cNvSpPr>
          <p:nvPr>
            <p:ph type="sldNum" sz="quarter" idx="12"/>
          </p:nvPr>
        </p:nvSpPr>
        <p:spPr/>
        <p:txBody>
          <a:bodyPr/>
          <a:lstStyle/>
          <a:p>
            <a:fld id="{939B0DDF-E7D4-DC4D-B3A9-A6C2BCE8BC52}" type="slidenum">
              <a:rPr lang="en-US" smtClean="0"/>
              <a:t>‹#›</a:t>
            </a:fld>
            <a:endParaRPr lang="en-US"/>
          </a:p>
        </p:txBody>
      </p:sp>
    </p:spTree>
    <p:extLst>
      <p:ext uri="{BB962C8B-B14F-4D97-AF65-F5344CB8AC3E}">
        <p14:creationId xmlns:p14="http://schemas.microsoft.com/office/powerpoint/2010/main" val="3643766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80103-E1FE-9446-0B6D-499CEFD33C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313DA90-A113-A234-AE50-250B54CC4A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a:extLst>
              <a:ext uri="{FF2B5EF4-FFF2-40B4-BE49-F238E27FC236}">
                <a16:creationId xmlns:a16="http://schemas.microsoft.com/office/drawing/2014/main" id="{FC8E209C-AC0B-4926-0BA6-FC7257E0C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B8049D-761A-3E13-EF86-572168DE0D61}"/>
              </a:ext>
            </a:extLst>
          </p:cNvPr>
          <p:cNvSpPr>
            <a:spLocks noGrp="1"/>
          </p:cNvSpPr>
          <p:nvPr>
            <p:ph type="dt" sz="half" idx="10"/>
          </p:nvPr>
        </p:nvSpPr>
        <p:spPr/>
        <p:txBody>
          <a:bodyPr/>
          <a:lstStyle/>
          <a:p>
            <a:fld id="{70DFE63B-E750-F447-BDD3-B75438B8F834}" type="datetimeFigureOut">
              <a:rPr lang="en-US" smtClean="0"/>
              <a:t>12/8/2025</a:t>
            </a:fld>
            <a:endParaRPr lang="en-US"/>
          </a:p>
        </p:txBody>
      </p:sp>
      <p:sp>
        <p:nvSpPr>
          <p:cNvPr id="6" name="Footer Placeholder 5">
            <a:extLst>
              <a:ext uri="{FF2B5EF4-FFF2-40B4-BE49-F238E27FC236}">
                <a16:creationId xmlns:a16="http://schemas.microsoft.com/office/drawing/2014/main" id="{10798465-9194-28DD-26A5-360A2AA21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F0AB5B-F879-33C2-E5B1-D38FC25F7882}"/>
              </a:ext>
            </a:extLst>
          </p:cNvPr>
          <p:cNvSpPr>
            <a:spLocks noGrp="1"/>
          </p:cNvSpPr>
          <p:nvPr>
            <p:ph type="sldNum" sz="quarter" idx="12"/>
          </p:nvPr>
        </p:nvSpPr>
        <p:spPr/>
        <p:txBody>
          <a:bodyPr/>
          <a:lstStyle/>
          <a:p>
            <a:fld id="{939B0DDF-E7D4-DC4D-B3A9-A6C2BCE8BC52}" type="slidenum">
              <a:rPr lang="en-US" smtClean="0"/>
              <a:t>‹#›</a:t>
            </a:fld>
            <a:endParaRPr lang="en-US"/>
          </a:p>
        </p:txBody>
      </p:sp>
    </p:spTree>
    <p:extLst>
      <p:ext uri="{BB962C8B-B14F-4D97-AF65-F5344CB8AC3E}">
        <p14:creationId xmlns:p14="http://schemas.microsoft.com/office/powerpoint/2010/main" val="1457244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A00CC-13A8-49C4-A752-88BBFB0F086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1530488-3A65-D5FA-155D-3942F4F2872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8B55907-6704-011D-8BFD-0A7030C0436E}"/>
              </a:ext>
            </a:extLst>
          </p:cNvPr>
          <p:cNvSpPr>
            <a:spLocks noGrp="1"/>
          </p:cNvSpPr>
          <p:nvPr>
            <p:ph type="dt" sz="half" idx="10"/>
          </p:nvPr>
        </p:nvSpPr>
        <p:spPr/>
        <p:txBody>
          <a:bodyPr/>
          <a:lstStyle/>
          <a:p>
            <a:fld id="{70DFE63B-E750-F447-BDD3-B75438B8F834}" type="datetimeFigureOut">
              <a:rPr lang="en-US" smtClean="0"/>
              <a:t>12/8/2025</a:t>
            </a:fld>
            <a:endParaRPr lang="en-US"/>
          </a:p>
        </p:txBody>
      </p:sp>
      <p:sp>
        <p:nvSpPr>
          <p:cNvPr id="5" name="Footer Placeholder 4">
            <a:extLst>
              <a:ext uri="{FF2B5EF4-FFF2-40B4-BE49-F238E27FC236}">
                <a16:creationId xmlns:a16="http://schemas.microsoft.com/office/drawing/2014/main" id="{B66A099B-35C8-C863-5908-6A5A60860D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D67416-E0E4-7461-B4EC-92BE53B39712}"/>
              </a:ext>
            </a:extLst>
          </p:cNvPr>
          <p:cNvSpPr>
            <a:spLocks noGrp="1"/>
          </p:cNvSpPr>
          <p:nvPr>
            <p:ph type="sldNum" sz="quarter" idx="12"/>
          </p:nvPr>
        </p:nvSpPr>
        <p:spPr/>
        <p:txBody>
          <a:bodyPr/>
          <a:lstStyle/>
          <a:p>
            <a:fld id="{939B0DDF-E7D4-DC4D-B3A9-A6C2BCE8BC52}" type="slidenum">
              <a:rPr lang="en-US" smtClean="0"/>
              <a:t>‹#›</a:t>
            </a:fld>
            <a:endParaRPr lang="en-US"/>
          </a:p>
        </p:txBody>
      </p:sp>
    </p:spTree>
    <p:extLst>
      <p:ext uri="{BB962C8B-B14F-4D97-AF65-F5344CB8AC3E}">
        <p14:creationId xmlns:p14="http://schemas.microsoft.com/office/powerpoint/2010/main" val="1789714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71377B-34EC-7CFF-301E-F2F1E0BFEC6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90A8055-19AC-DF36-C2CC-C7E3E619683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DA36420-6A80-2B70-EF26-97354296D160}"/>
              </a:ext>
            </a:extLst>
          </p:cNvPr>
          <p:cNvSpPr>
            <a:spLocks noGrp="1"/>
          </p:cNvSpPr>
          <p:nvPr>
            <p:ph type="dt" sz="half" idx="10"/>
          </p:nvPr>
        </p:nvSpPr>
        <p:spPr/>
        <p:txBody>
          <a:bodyPr/>
          <a:lstStyle/>
          <a:p>
            <a:fld id="{70DFE63B-E750-F447-BDD3-B75438B8F834}" type="datetimeFigureOut">
              <a:rPr lang="en-US" smtClean="0"/>
              <a:t>12/8/2025</a:t>
            </a:fld>
            <a:endParaRPr lang="en-US"/>
          </a:p>
        </p:txBody>
      </p:sp>
      <p:sp>
        <p:nvSpPr>
          <p:cNvPr id="5" name="Footer Placeholder 4">
            <a:extLst>
              <a:ext uri="{FF2B5EF4-FFF2-40B4-BE49-F238E27FC236}">
                <a16:creationId xmlns:a16="http://schemas.microsoft.com/office/drawing/2014/main" id="{84327A49-8BC4-8AD3-F275-CADDD6C6F1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A19D31-08A1-AAB3-408C-5ECBBDA13C07}"/>
              </a:ext>
            </a:extLst>
          </p:cNvPr>
          <p:cNvSpPr>
            <a:spLocks noGrp="1"/>
          </p:cNvSpPr>
          <p:nvPr>
            <p:ph type="sldNum" sz="quarter" idx="12"/>
          </p:nvPr>
        </p:nvSpPr>
        <p:spPr/>
        <p:txBody>
          <a:bodyPr/>
          <a:lstStyle/>
          <a:p>
            <a:fld id="{939B0DDF-E7D4-DC4D-B3A9-A6C2BCE8BC52}" type="slidenum">
              <a:rPr lang="en-US" smtClean="0"/>
              <a:t>‹#›</a:t>
            </a:fld>
            <a:endParaRPr lang="en-US"/>
          </a:p>
        </p:txBody>
      </p:sp>
    </p:spTree>
    <p:extLst>
      <p:ext uri="{BB962C8B-B14F-4D97-AF65-F5344CB8AC3E}">
        <p14:creationId xmlns:p14="http://schemas.microsoft.com/office/powerpoint/2010/main" val="2535297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7D44906-3EBD-9E31-E3E3-EE39065E145E}"/>
              </a:ext>
            </a:extLst>
          </p:cNvPr>
          <p:cNvPicPr>
            <a:picLocks noChangeAspect="1"/>
          </p:cNvPicPr>
          <p:nvPr userDrawn="1"/>
        </p:nvPicPr>
        <p:blipFill>
          <a:blip r:embed="rId2"/>
          <a:stretch>
            <a:fillRect/>
          </a:stretch>
        </p:blipFill>
        <p:spPr>
          <a:xfrm>
            <a:off x="0" y="6335485"/>
            <a:ext cx="12192001" cy="522515"/>
          </a:xfrm>
          <a:prstGeom prst="rect">
            <a:avLst/>
          </a:prstGeom>
        </p:spPr>
      </p:pic>
      <p:sp>
        <p:nvSpPr>
          <p:cNvPr id="13" name="TextBox 12">
            <a:extLst>
              <a:ext uri="{FF2B5EF4-FFF2-40B4-BE49-F238E27FC236}">
                <a16:creationId xmlns:a16="http://schemas.microsoft.com/office/drawing/2014/main" id="{B912D6B6-5498-DDF8-9930-370510CC31E3}"/>
              </a:ext>
            </a:extLst>
          </p:cNvPr>
          <p:cNvSpPr txBox="1"/>
          <p:nvPr userDrawn="1"/>
        </p:nvSpPr>
        <p:spPr>
          <a:xfrm>
            <a:off x="10858561" y="6461809"/>
            <a:ext cx="120494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bg1"/>
                </a:solidFill>
              </a:rPr>
              <a:t>www.thinkbio.ai</a:t>
            </a:r>
          </a:p>
        </p:txBody>
      </p:sp>
      <p:pic>
        <p:nvPicPr>
          <p:cNvPr id="18" name="Graphic 17">
            <a:extLst>
              <a:ext uri="{FF2B5EF4-FFF2-40B4-BE49-F238E27FC236}">
                <a16:creationId xmlns:a16="http://schemas.microsoft.com/office/drawing/2014/main" id="{AFFDEEBC-1C0E-5900-6F2D-AADD3A56D1C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472474" y="697255"/>
            <a:ext cx="2719526" cy="5410222"/>
          </a:xfrm>
          <a:prstGeom prst="rect">
            <a:avLst/>
          </a:prstGeom>
        </p:spPr>
      </p:pic>
      <p:pic>
        <p:nvPicPr>
          <p:cNvPr id="5" name="Graphic 4">
            <a:extLst>
              <a:ext uri="{FF2B5EF4-FFF2-40B4-BE49-F238E27FC236}">
                <a16:creationId xmlns:a16="http://schemas.microsoft.com/office/drawing/2014/main" id="{7B618F5B-3DC9-4D0B-5647-A682DFDFA7B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99393" y="6462171"/>
            <a:ext cx="1086982" cy="273820"/>
          </a:xfrm>
          <a:prstGeom prst="rect">
            <a:avLst/>
          </a:prstGeom>
        </p:spPr>
      </p:pic>
      <p:sp>
        <p:nvSpPr>
          <p:cNvPr id="6" name="TextBox 5">
            <a:extLst>
              <a:ext uri="{FF2B5EF4-FFF2-40B4-BE49-F238E27FC236}">
                <a16:creationId xmlns:a16="http://schemas.microsoft.com/office/drawing/2014/main" id="{A935FFB5-EF32-1A68-AA5B-713427A25D6D}"/>
              </a:ext>
            </a:extLst>
          </p:cNvPr>
          <p:cNvSpPr txBox="1"/>
          <p:nvPr userDrawn="1"/>
        </p:nvSpPr>
        <p:spPr>
          <a:xfrm>
            <a:off x="1208785" y="6425232"/>
            <a:ext cx="257249" cy="369332"/>
          </a:xfrm>
          <a:prstGeom prst="rect">
            <a:avLst/>
          </a:prstGeom>
          <a:noFill/>
        </p:spPr>
        <p:txBody>
          <a:bodyPr wrap="square">
            <a:spAutoFit/>
          </a:bodyPr>
          <a:lstStyle/>
          <a:p>
            <a:r>
              <a:rPr lang="en-IN">
                <a:solidFill>
                  <a:schemeClr val="bg1"/>
                </a:solidFill>
              </a:rPr>
              <a:t>®</a:t>
            </a:r>
          </a:p>
        </p:txBody>
      </p:sp>
    </p:spTree>
    <p:extLst>
      <p:ext uri="{BB962C8B-B14F-4D97-AF65-F5344CB8AC3E}">
        <p14:creationId xmlns:p14="http://schemas.microsoft.com/office/powerpoint/2010/main" val="3292201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BA70FF-89EA-959E-B57E-51A7C03CD9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D7E31B9-6A56-4297-DA74-9074127DF5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FACAEFE-F661-6195-04E8-A17D5021E8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DFE63B-E750-F447-BDD3-B75438B8F834}" type="datetimeFigureOut">
              <a:rPr lang="en-US" smtClean="0"/>
              <a:t>12/8/2025</a:t>
            </a:fld>
            <a:endParaRPr lang="en-US"/>
          </a:p>
        </p:txBody>
      </p:sp>
      <p:sp>
        <p:nvSpPr>
          <p:cNvPr id="5" name="Footer Placeholder 4">
            <a:extLst>
              <a:ext uri="{FF2B5EF4-FFF2-40B4-BE49-F238E27FC236}">
                <a16:creationId xmlns:a16="http://schemas.microsoft.com/office/drawing/2014/main" id="{635A4388-DAD3-F456-FD6B-D2DC102D10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E2AB0DD-6BAB-F40D-AE22-44AFE6DC8A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9B0DDF-E7D4-DC4D-B3A9-A6C2BCE8BC52}" type="slidenum">
              <a:rPr lang="en-US" smtClean="0"/>
              <a:t>‹#›</a:t>
            </a:fld>
            <a:endParaRPr lang="en-US"/>
          </a:p>
        </p:txBody>
      </p:sp>
    </p:spTree>
    <p:extLst>
      <p:ext uri="{BB962C8B-B14F-4D97-AF65-F5344CB8AC3E}">
        <p14:creationId xmlns:p14="http://schemas.microsoft.com/office/powerpoint/2010/main" val="17067146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close-up of a molecule&#10;&#10;Description automatically generated">
            <a:extLst>
              <a:ext uri="{FF2B5EF4-FFF2-40B4-BE49-F238E27FC236}">
                <a16:creationId xmlns:a16="http://schemas.microsoft.com/office/drawing/2014/main" id="{1A3BDC64-D12B-3935-109F-E93B5D784766}"/>
              </a:ext>
            </a:extLst>
          </p:cNvPr>
          <p:cNvPicPr>
            <a:picLocks noChangeAspect="1"/>
          </p:cNvPicPr>
          <p:nvPr/>
        </p:nvPicPr>
        <p:blipFill>
          <a:blip r:embed="rId2"/>
          <a:stretch>
            <a:fillRect/>
          </a:stretch>
        </p:blipFill>
        <p:spPr>
          <a:xfrm>
            <a:off x="0" y="0"/>
            <a:ext cx="12192000" cy="6858000"/>
          </a:xfrm>
          <a:prstGeom prst="rect">
            <a:avLst/>
          </a:prstGeom>
        </p:spPr>
      </p:pic>
      <p:sp>
        <p:nvSpPr>
          <p:cNvPr id="11" name="TextBox 10">
            <a:extLst>
              <a:ext uri="{FF2B5EF4-FFF2-40B4-BE49-F238E27FC236}">
                <a16:creationId xmlns:a16="http://schemas.microsoft.com/office/drawing/2014/main" id="{5E037A32-ED36-CBD7-4022-25E3E1867931}"/>
              </a:ext>
            </a:extLst>
          </p:cNvPr>
          <p:cNvSpPr txBox="1"/>
          <p:nvPr/>
        </p:nvSpPr>
        <p:spPr>
          <a:xfrm>
            <a:off x="1028928" y="2547377"/>
            <a:ext cx="6554624" cy="1374800"/>
          </a:xfrm>
          <a:prstGeom prst="rect">
            <a:avLst/>
          </a:prstGeom>
          <a:noFill/>
        </p:spPr>
        <p:txBody>
          <a:bodyPr wrap="square" rtlCol="0">
            <a:spAutoFit/>
          </a:bodyPr>
          <a:lstStyle/>
          <a:p>
            <a:pPr>
              <a:lnSpc>
                <a:spcPct val="75000"/>
              </a:lnSpc>
            </a:pPr>
            <a:r>
              <a:rPr lang="en-US" sz="5400" b="1">
                <a:solidFill>
                  <a:schemeClr val="bg1"/>
                </a:solidFill>
                <a:latin typeface="+mj-lt"/>
              </a:rPr>
              <a:t>Presentation </a:t>
            </a:r>
          </a:p>
          <a:p>
            <a:pPr>
              <a:lnSpc>
                <a:spcPct val="75000"/>
              </a:lnSpc>
            </a:pPr>
            <a:r>
              <a:rPr lang="en-US" sz="5400" b="1">
                <a:solidFill>
                  <a:schemeClr val="bg1"/>
                </a:solidFill>
                <a:latin typeface="+mj-lt"/>
              </a:rPr>
              <a:t>Title</a:t>
            </a:r>
          </a:p>
        </p:txBody>
      </p:sp>
      <p:sp>
        <p:nvSpPr>
          <p:cNvPr id="13" name="TextBox 12">
            <a:extLst>
              <a:ext uri="{FF2B5EF4-FFF2-40B4-BE49-F238E27FC236}">
                <a16:creationId xmlns:a16="http://schemas.microsoft.com/office/drawing/2014/main" id="{6A708CB2-77F4-8A7B-0211-043B4FB7A633}"/>
              </a:ext>
            </a:extLst>
          </p:cNvPr>
          <p:cNvSpPr txBox="1"/>
          <p:nvPr/>
        </p:nvSpPr>
        <p:spPr>
          <a:xfrm rot="16200000">
            <a:off x="-536271" y="5674409"/>
            <a:ext cx="1770036" cy="230832"/>
          </a:xfrm>
          <a:prstGeom prst="rect">
            <a:avLst/>
          </a:prstGeom>
          <a:noFill/>
        </p:spPr>
        <p:txBody>
          <a:bodyPr wrap="none" rtlCol="0">
            <a:spAutoFit/>
          </a:bodyPr>
          <a:lstStyle/>
          <a:p>
            <a:r>
              <a:rPr lang="en-IN" sz="900">
                <a:solidFill>
                  <a:schemeClr val="bg2">
                    <a:lumMod val="50000"/>
                  </a:schemeClr>
                </a:solidFill>
                <a:effectLst/>
              </a:rPr>
              <a:t>© ThinkBio.Ai All Right Reserved</a:t>
            </a:r>
            <a:endParaRPr lang="en-US" sz="900">
              <a:solidFill>
                <a:schemeClr val="bg2">
                  <a:lumMod val="50000"/>
                </a:schemeClr>
              </a:solidFill>
            </a:endParaRPr>
          </a:p>
        </p:txBody>
      </p:sp>
      <p:cxnSp>
        <p:nvCxnSpPr>
          <p:cNvPr id="2" name="Straight Connector 1">
            <a:extLst>
              <a:ext uri="{FF2B5EF4-FFF2-40B4-BE49-F238E27FC236}">
                <a16:creationId xmlns:a16="http://schemas.microsoft.com/office/drawing/2014/main" id="{596D468D-B5B9-C113-475A-687F2C98DCF9}"/>
              </a:ext>
            </a:extLst>
          </p:cNvPr>
          <p:cNvCxnSpPr>
            <a:cxnSpLocks/>
          </p:cNvCxnSpPr>
          <p:nvPr/>
        </p:nvCxnSpPr>
        <p:spPr>
          <a:xfrm>
            <a:off x="1142465" y="2361153"/>
            <a:ext cx="524410" cy="0"/>
          </a:xfrm>
          <a:prstGeom prst="line">
            <a:avLst/>
          </a:prstGeom>
          <a:ln w="38100">
            <a:solidFill>
              <a:srgbClr val="0CA48B"/>
            </a:solidFill>
          </a:ln>
        </p:spPr>
        <p:style>
          <a:lnRef idx="2">
            <a:schemeClr val="accent1"/>
          </a:lnRef>
          <a:fillRef idx="0">
            <a:schemeClr val="accent1"/>
          </a:fillRef>
          <a:effectRef idx="1">
            <a:schemeClr val="accent1"/>
          </a:effectRef>
          <a:fontRef idx="minor">
            <a:schemeClr val="tx1"/>
          </a:fontRef>
        </p:style>
      </p:cxnSp>
      <p:pic>
        <p:nvPicPr>
          <p:cNvPr id="4" name="Graphic 1">
            <a:extLst>
              <a:ext uri="{FF2B5EF4-FFF2-40B4-BE49-F238E27FC236}">
                <a16:creationId xmlns:a16="http://schemas.microsoft.com/office/drawing/2014/main" id="{0683B870-3919-84BD-4C2A-8D102528549A}"/>
              </a:ext>
            </a:extLst>
          </p:cNvPr>
          <p:cNvPicPr>
            <a:picLocks noChangeAspect="1"/>
          </p:cNvPicPr>
          <p:nvPr/>
        </p:nvPicPr>
        <p:blipFill>
          <a:blip r:embed="rId3"/>
          <a:srcRect/>
          <a:stretch/>
        </p:blipFill>
        <p:spPr>
          <a:xfrm>
            <a:off x="8996329" y="2913576"/>
            <a:ext cx="2826626" cy="687397"/>
          </a:xfrm>
          <a:prstGeom prst="rect">
            <a:avLst/>
          </a:prstGeom>
        </p:spPr>
      </p:pic>
    </p:spTree>
    <p:extLst>
      <p:ext uri="{BB962C8B-B14F-4D97-AF65-F5344CB8AC3E}">
        <p14:creationId xmlns:p14="http://schemas.microsoft.com/office/powerpoint/2010/main" val="3716269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EE986-199F-443F-7561-0A6765FE72A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A7E76B7-0C58-145C-3AB2-64734E24244A}"/>
              </a:ext>
            </a:extLst>
          </p:cNvPr>
          <p:cNvSpPr txBox="1"/>
          <p:nvPr/>
        </p:nvSpPr>
        <p:spPr>
          <a:xfrm>
            <a:off x="344680" y="173343"/>
            <a:ext cx="11502640" cy="523220"/>
          </a:xfrm>
          <a:prstGeom prst="rect">
            <a:avLst/>
          </a:prstGeom>
          <a:noFill/>
        </p:spPr>
        <p:txBody>
          <a:bodyPr wrap="square" rtlCol="0">
            <a:spAutoFit/>
          </a:bodyPr>
          <a:lstStyle/>
          <a:p>
            <a:r>
              <a:rPr lang="en-US" sz="2800" b="1" spc="-150">
                <a:solidFill>
                  <a:srgbClr val="033E39"/>
                </a:solidFill>
                <a:latin typeface="Aptos" panose="020B0004020202020204" pitchFamily="34" charset="0"/>
              </a:rPr>
              <a:t>Agenda</a:t>
            </a:r>
          </a:p>
        </p:txBody>
      </p:sp>
      <p:sp>
        <p:nvSpPr>
          <p:cNvPr id="2" name="Rectangle 2">
            <a:extLst>
              <a:ext uri="{FF2B5EF4-FFF2-40B4-BE49-F238E27FC236}">
                <a16:creationId xmlns:a16="http://schemas.microsoft.com/office/drawing/2014/main" id="{0F9450DD-74BF-E745-E9D1-3F73EB322BCC}"/>
              </a:ext>
            </a:extLst>
          </p:cNvPr>
          <p:cNvSpPr txBox="1">
            <a:spLocks noChangeArrowheads="1"/>
          </p:cNvSpPr>
          <p:nvPr/>
        </p:nvSpPr>
        <p:spPr bwMode="auto">
          <a:xfrm>
            <a:off x="428783" y="861351"/>
            <a:ext cx="7351366" cy="32629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8440" rIns="0" bIns="0" numCol="1" anchor="t" anchorCtr="0" compatLnSpc="1">
            <a:prstTxWarp prst="textNoShape">
              <a:avLst/>
            </a:prstTxWarp>
          </a:bodyPr>
          <a:lstStyle>
            <a:lvl1pPr marL="342900" indent="-342900" algn="l" defTabSz="449263" rtl="0" eaLnBrk="0" fontAlgn="base" hangingPunct="0">
              <a:lnSpc>
                <a:spcPct val="93000"/>
              </a:lnSpc>
              <a:spcBef>
                <a:spcPts val="1425"/>
              </a:spcBef>
              <a:spcAft>
                <a:spcPct val="0"/>
              </a:spcAft>
              <a:buClr>
                <a:srgbClr val="000000"/>
              </a:buClr>
              <a:buSzPct val="100000"/>
              <a:buFont typeface="Times New Roman" panose="02020603050405020304" pitchFamily="18" charset="0"/>
              <a:defRPr sz="3200" kern="1200">
                <a:solidFill>
                  <a:srgbClr val="000000"/>
                </a:solidFill>
                <a:latin typeface="+mn-lt"/>
                <a:ea typeface="+mn-ea"/>
                <a:cs typeface="+mn-cs"/>
              </a:defRPr>
            </a:lvl1pPr>
            <a:lvl2pPr marL="742950" indent="-285750" algn="l" defTabSz="449263" rtl="0" eaLnBrk="0" fontAlgn="base" hangingPunct="0">
              <a:lnSpc>
                <a:spcPct val="93000"/>
              </a:lnSpc>
              <a:spcBef>
                <a:spcPts val="1138"/>
              </a:spcBef>
              <a:spcAft>
                <a:spcPct val="0"/>
              </a:spcAft>
              <a:buClr>
                <a:srgbClr val="000000"/>
              </a:buClr>
              <a:buSzPct val="100000"/>
              <a:buFont typeface="Times New Roman" panose="02020603050405020304" pitchFamily="18" charset="0"/>
              <a:defRPr sz="2800" kern="1200">
                <a:solidFill>
                  <a:srgbClr val="000000"/>
                </a:solidFill>
                <a:latin typeface="+mn-lt"/>
                <a:ea typeface="+mn-ea"/>
                <a:cs typeface="+mn-cs"/>
              </a:defRPr>
            </a:lvl2pPr>
            <a:lvl3pPr marL="1143000" indent="-228600" algn="l" defTabSz="449263" rtl="0" eaLnBrk="0" fontAlgn="base" hangingPunct="0">
              <a:lnSpc>
                <a:spcPct val="93000"/>
              </a:lnSpc>
              <a:spcBef>
                <a:spcPts val="850"/>
              </a:spcBef>
              <a:spcAft>
                <a:spcPct val="0"/>
              </a:spcAft>
              <a:buClr>
                <a:srgbClr val="000000"/>
              </a:buClr>
              <a:buSzPct val="100000"/>
              <a:buFont typeface="Times New Roman" panose="02020603050405020304" pitchFamily="18" charset="0"/>
              <a:defRPr sz="2400" kern="1200">
                <a:solidFill>
                  <a:srgbClr val="000000"/>
                </a:solidFill>
                <a:latin typeface="+mn-lt"/>
                <a:ea typeface="+mn-ea"/>
                <a:cs typeface="+mn-cs"/>
              </a:defRPr>
            </a:lvl3pPr>
            <a:lvl4pPr marL="1600200" indent="-228600" algn="l" defTabSz="449263" rtl="0" eaLnBrk="0" fontAlgn="base" hangingPunct="0">
              <a:lnSpc>
                <a:spcPct val="93000"/>
              </a:lnSpc>
              <a:spcBef>
                <a:spcPts val="575"/>
              </a:spcBef>
              <a:spcAft>
                <a:spcPct val="0"/>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49263" rtl="0" eaLnBrk="0" fontAlgn="base" hangingPunct="0">
              <a:lnSpc>
                <a:spcPct val="93000"/>
              </a:lnSpc>
              <a:spcBef>
                <a:spcPts val="288"/>
              </a:spcBef>
              <a:spcAft>
                <a:spcPct val="0"/>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eaLnBrk="1" hangingPunct="1">
              <a:lnSpc>
                <a:spcPct val="150000"/>
              </a:lnSpc>
              <a:buClr>
                <a:srgbClr val="10AC85"/>
              </a:buClr>
              <a:buFont typeface="Wingdings" panose="05000000000000000000" pitchFamily="2" charset="2"/>
              <a:buChar char="Ø"/>
            </a:pPr>
            <a:r>
              <a:rPr lang="en-US" sz="2000" b="1" i="1" dirty="0">
                <a:latin typeface="Aptos SemiBold" panose="020B0004020202020204" pitchFamily="34" charset="0"/>
                <a:cs typeface="Calibri" panose="020F0502020204030204" pitchFamily="34" charset="0"/>
              </a:rPr>
              <a:t>Introduction</a:t>
            </a:r>
          </a:p>
          <a:p>
            <a:pPr defTabSz="914400" eaLnBrk="1" hangingPunct="1">
              <a:lnSpc>
                <a:spcPct val="150000"/>
              </a:lnSpc>
              <a:buClr>
                <a:srgbClr val="10AC85"/>
              </a:buClr>
              <a:buFont typeface="Wingdings" panose="05000000000000000000" pitchFamily="2" charset="2"/>
              <a:buChar char="Ø"/>
            </a:pPr>
            <a:r>
              <a:rPr lang="en-US" sz="2000" b="1" i="1" dirty="0">
                <a:latin typeface="Aptos SemiBold" panose="020B0004020202020204" pitchFamily="34" charset="0"/>
                <a:cs typeface="Calibri" panose="020F0502020204030204" pitchFamily="34" charset="0"/>
              </a:rPr>
              <a:t>Building confidence</a:t>
            </a:r>
          </a:p>
          <a:p>
            <a:pPr defTabSz="914400" eaLnBrk="1" hangingPunct="1">
              <a:lnSpc>
                <a:spcPct val="150000"/>
              </a:lnSpc>
              <a:buClr>
                <a:srgbClr val="10AC85"/>
              </a:buClr>
              <a:buFont typeface="Wingdings" panose="05000000000000000000" pitchFamily="2" charset="2"/>
              <a:buChar char="Ø"/>
            </a:pPr>
            <a:r>
              <a:rPr lang="en-US" sz="2000" b="1" i="1" dirty="0">
                <a:latin typeface="Aptos SemiBold" panose="020B0004020202020204" pitchFamily="34" charset="0"/>
                <a:cs typeface="Calibri" panose="020F0502020204030204" pitchFamily="34" charset="0"/>
              </a:rPr>
              <a:t>Engaging the audience</a:t>
            </a:r>
          </a:p>
          <a:p>
            <a:pPr defTabSz="914400" eaLnBrk="1" hangingPunct="1">
              <a:lnSpc>
                <a:spcPct val="150000"/>
              </a:lnSpc>
              <a:buClr>
                <a:srgbClr val="10AC85"/>
              </a:buClr>
              <a:buFont typeface="Wingdings" panose="05000000000000000000" pitchFamily="2" charset="2"/>
              <a:buChar char="Ø"/>
            </a:pPr>
            <a:r>
              <a:rPr lang="en-US" sz="2000" b="1" i="1" dirty="0">
                <a:latin typeface="Aptos SemiBold" panose="020B0004020202020204" pitchFamily="34" charset="0"/>
                <a:cs typeface="Calibri" panose="020F0502020204030204" pitchFamily="34" charset="0"/>
              </a:rPr>
              <a:t>Visual aids</a:t>
            </a:r>
          </a:p>
          <a:p>
            <a:pPr defTabSz="914400" eaLnBrk="1" hangingPunct="1">
              <a:lnSpc>
                <a:spcPct val="150000"/>
              </a:lnSpc>
              <a:buClr>
                <a:srgbClr val="10AC85"/>
              </a:buClr>
              <a:buFont typeface="Wingdings" panose="05000000000000000000" pitchFamily="2" charset="2"/>
              <a:buChar char="Ø"/>
            </a:pPr>
            <a:r>
              <a:rPr lang="en-US" sz="2000" b="1" i="1" dirty="0">
                <a:latin typeface="Aptos SemiBold" panose="020B0004020202020204" pitchFamily="34" charset="0"/>
                <a:cs typeface="Calibri" panose="020F0502020204030204" pitchFamily="34" charset="0"/>
              </a:rPr>
              <a:t>Final tips &amp; takeaways</a:t>
            </a:r>
            <a:endParaRPr lang="en-US" altLang="en-US" sz="1600" dirty="0">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1402266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AEF98-68BB-8E54-3D4C-B6B08B6BE6F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1AC8089-66E2-D2B1-522F-70A71BB80487}"/>
              </a:ext>
            </a:extLst>
          </p:cNvPr>
          <p:cNvSpPr txBox="1"/>
          <p:nvPr/>
        </p:nvSpPr>
        <p:spPr>
          <a:xfrm>
            <a:off x="344680" y="173343"/>
            <a:ext cx="11502640" cy="523220"/>
          </a:xfrm>
          <a:prstGeom prst="rect">
            <a:avLst/>
          </a:prstGeom>
          <a:noFill/>
        </p:spPr>
        <p:txBody>
          <a:bodyPr wrap="square" rtlCol="0">
            <a:spAutoFit/>
          </a:bodyPr>
          <a:lstStyle/>
          <a:p>
            <a:r>
              <a:rPr lang="en-US" sz="2800" b="1" spc="-150" dirty="0">
                <a:solidFill>
                  <a:srgbClr val="033E39"/>
                </a:solidFill>
                <a:latin typeface="Aptos" panose="020B0004020202020204" pitchFamily="34" charset="0"/>
              </a:rPr>
              <a:t>Use Case: Immune Disease Risk Variants in T  Cells</a:t>
            </a:r>
          </a:p>
        </p:txBody>
      </p:sp>
      <p:cxnSp>
        <p:nvCxnSpPr>
          <p:cNvPr id="2" name="Straight Connector 1">
            <a:extLst>
              <a:ext uri="{FF2B5EF4-FFF2-40B4-BE49-F238E27FC236}">
                <a16:creationId xmlns:a16="http://schemas.microsoft.com/office/drawing/2014/main" id="{2FB7DB68-F054-7C82-52D4-14679052E753}"/>
              </a:ext>
            </a:extLst>
          </p:cNvPr>
          <p:cNvCxnSpPr>
            <a:cxnSpLocks/>
          </p:cNvCxnSpPr>
          <p:nvPr/>
        </p:nvCxnSpPr>
        <p:spPr>
          <a:xfrm>
            <a:off x="444374" y="697974"/>
            <a:ext cx="524410" cy="0"/>
          </a:xfrm>
          <a:prstGeom prst="line">
            <a:avLst/>
          </a:prstGeom>
          <a:ln w="38100">
            <a:solidFill>
              <a:srgbClr val="0CA48B"/>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318266C-97C7-375B-6E91-6B7416AEE968}"/>
              </a:ext>
            </a:extLst>
          </p:cNvPr>
          <p:cNvSpPr txBox="1"/>
          <p:nvPr/>
        </p:nvSpPr>
        <p:spPr>
          <a:xfrm>
            <a:off x="886408" y="904301"/>
            <a:ext cx="8677470" cy="1077218"/>
          </a:xfrm>
          <a:prstGeom prst="rect">
            <a:avLst/>
          </a:prstGeom>
          <a:noFill/>
        </p:spPr>
        <p:txBody>
          <a:bodyPr wrap="square" rtlCol="0">
            <a:spAutoFit/>
          </a:bodyPr>
          <a:lstStyle/>
          <a:p>
            <a:pPr algn="just"/>
            <a:r>
              <a:rPr lang="en-US" sz="1600" b="1" dirty="0"/>
              <a:t>Goal: </a:t>
            </a:r>
            <a:r>
              <a:rPr lang="en-US" sz="1600" dirty="0"/>
              <a:t>Map PPI network wiring differences in CD4+ T cells among individuals with immune disease risk variants using Soskic et al. single-cell </a:t>
            </a:r>
            <a:r>
              <a:rPr lang="en-US" sz="1600" dirty="0" err="1"/>
              <a:t>eQTL</a:t>
            </a:r>
            <a:r>
              <a:rPr lang="en-US" sz="1600" dirty="0"/>
              <a:t> framework (655,349 cells, 119 individuals, 4 activation states)</a:t>
            </a:r>
          </a:p>
          <a:p>
            <a:endParaRPr lang="en-IN" sz="1600" dirty="0"/>
          </a:p>
        </p:txBody>
      </p:sp>
      <p:pic>
        <p:nvPicPr>
          <p:cNvPr id="8" name="Graphic 7" descr="Bullseye with solid fill">
            <a:extLst>
              <a:ext uri="{FF2B5EF4-FFF2-40B4-BE49-F238E27FC236}">
                <a16:creationId xmlns:a16="http://schemas.microsoft.com/office/drawing/2014/main" id="{BB6BC212-AD90-9651-ECA6-6FDDB9B578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0214" y="897787"/>
            <a:ext cx="545123" cy="545123"/>
          </a:xfrm>
          <a:prstGeom prst="rect">
            <a:avLst/>
          </a:prstGeom>
        </p:spPr>
      </p:pic>
      <p:sp>
        <p:nvSpPr>
          <p:cNvPr id="9" name="TextBox 8">
            <a:extLst>
              <a:ext uri="{FF2B5EF4-FFF2-40B4-BE49-F238E27FC236}">
                <a16:creationId xmlns:a16="http://schemas.microsoft.com/office/drawing/2014/main" id="{8B0F193C-43B6-B22D-AE4D-072A0E83573B}"/>
              </a:ext>
            </a:extLst>
          </p:cNvPr>
          <p:cNvSpPr txBox="1"/>
          <p:nvPr/>
        </p:nvSpPr>
        <p:spPr>
          <a:xfrm>
            <a:off x="968783" y="1859340"/>
            <a:ext cx="8595095" cy="1323439"/>
          </a:xfrm>
          <a:prstGeom prst="rect">
            <a:avLst/>
          </a:prstGeom>
          <a:noFill/>
        </p:spPr>
        <p:txBody>
          <a:bodyPr wrap="square" rtlCol="0">
            <a:spAutoFit/>
          </a:bodyPr>
          <a:lstStyle/>
          <a:p>
            <a:pPr algn="just"/>
            <a:r>
              <a:rPr lang="en-US" sz="1600" b="1" dirty="0"/>
              <a:t>Problem: </a:t>
            </a:r>
          </a:p>
          <a:p>
            <a:pPr marL="285750" indent="-285750" algn="just">
              <a:buFont typeface="Arial" panose="020B0604020202020204" pitchFamily="34" charset="0"/>
              <a:buChar char="•"/>
            </a:pPr>
            <a:r>
              <a:rPr lang="en-US" sz="1600" dirty="0"/>
              <a:t>Bulk </a:t>
            </a:r>
            <a:r>
              <a:rPr lang="en-US" sz="1600" dirty="0" err="1"/>
              <a:t>eQTL</a:t>
            </a:r>
            <a:r>
              <a:rPr lang="en-US" sz="1600" dirty="0"/>
              <a:t> maps miss dynamic regulatory effects during T cell activation</a:t>
            </a:r>
          </a:p>
          <a:p>
            <a:pPr marL="285750" indent="-285750" algn="just">
              <a:buFont typeface="Arial" panose="020B0604020202020204" pitchFamily="34" charset="0"/>
              <a:buChar char="•"/>
            </a:pPr>
            <a:r>
              <a:rPr lang="en-US" sz="1600" dirty="0"/>
              <a:t>127 immune disease variants affect genes dynamically regulated but invisible in resting cells</a:t>
            </a:r>
          </a:p>
          <a:p>
            <a:pPr marL="285750" indent="-285750" algn="just">
              <a:buFont typeface="Arial" panose="020B0604020202020204" pitchFamily="34" charset="0"/>
              <a:buChar char="•"/>
            </a:pPr>
            <a:r>
              <a:rPr lang="en-US" sz="1600" dirty="0"/>
              <a:t>Network topology changes (edge/hub rewiring) hidden in gene expression data alone</a:t>
            </a:r>
          </a:p>
          <a:p>
            <a:endParaRPr lang="en-IN" sz="1600" dirty="0"/>
          </a:p>
        </p:txBody>
      </p:sp>
      <p:pic>
        <p:nvPicPr>
          <p:cNvPr id="11" name="Graphic 10" descr="Iceberg with solid fill">
            <a:extLst>
              <a:ext uri="{FF2B5EF4-FFF2-40B4-BE49-F238E27FC236}">
                <a16:creationId xmlns:a16="http://schemas.microsoft.com/office/drawing/2014/main" id="{51833EEC-CD50-9A06-3A85-076FB88E4D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5750" y="1887126"/>
            <a:ext cx="594049" cy="594049"/>
          </a:xfrm>
          <a:prstGeom prst="rect">
            <a:avLst/>
          </a:prstGeom>
        </p:spPr>
      </p:pic>
      <p:sp>
        <p:nvSpPr>
          <p:cNvPr id="12" name="TextBox 11">
            <a:extLst>
              <a:ext uri="{FF2B5EF4-FFF2-40B4-BE49-F238E27FC236}">
                <a16:creationId xmlns:a16="http://schemas.microsoft.com/office/drawing/2014/main" id="{D87B3F03-CA15-841E-43D7-36ADD0769D6F}"/>
              </a:ext>
            </a:extLst>
          </p:cNvPr>
          <p:cNvSpPr txBox="1"/>
          <p:nvPr/>
        </p:nvSpPr>
        <p:spPr>
          <a:xfrm>
            <a:off x="968783" y="3094091"/>
            <a:ext cx="8595095" cy="1323439"/>
          </a:xfrm>
          <a:prstGeom prst="rect">
            <a:avLst/>
          </a:prstGeom>
          <a:noFill/>
        </p:spPr>
        <p:txBody>
          <a:bodyPr wrap="square" rtlCol="0">
            <a:spAutoFit/>
          </a:bodyPr>
          <a:lstStyle/>
          <a:p>
            <a:pPr algn="just"/>
            <a:r>
              <a:rPr lang="en-US" sz="1600" b="1" dirty="0"/>
              <a:t>Solution: </a:t>
            </a:r>
          </a:p>
          <a:p>
            <a:pPr marL="285750" indent="-285750" algn="just">
              <a:buFont typeface="Arial" panose="020B0604020202020204" pitchFamily="34" charset="0"/>
              <a:buChar char="•"/>
            </a:pPr>
            <a:r>
              <a:rPr lang="en-US" sz="1600" dirty="0"/>
              <a:t>Bulk </a:t>
            </a:r>
            <a:r>
              <a:rPr lang="en-US" sz="1600" dirty="0" err="1"/>
              <a:t>eQTL</a:t>
            </a:r>
            <a:r>
              <a:rPr lang="en-US" sz="1600" dirty="0"/>
              <a:t> maps miss dynamic regulatory effects during T cell activation</a:t>
            </a:r>
          </a:p>
          <a:p>
            <a:pPr marL="285750" indent="-285750" algn="just">
              <a:buFont typeface="Arial" panose="020B0604020202020204" pitchFamily="34" charset="0"/>
              <a:buChar char="•"/>
            </a:pPr>
            <a:r>
              <a:rPr lang="en-US" sz="1600" dirty="0"/>
              <a:t>127 immune disease variants affect genes dynamically regulated but invisible in resting cells</a:t>
            </a:r>
          </a:p>
          <a:p>
            <a:pPr marL="285750" indent="-285750" algn="just">
              <a:buFont typeface="Arial" panose="020B0604020202020204" pitchFamily="34" charset="0"/>
              <a:buChar char="•"/>
            </a:pPr>
            <a:r>
              <a:rPr lang="en-US" sz="1600" dirty="0"/>
              <a:t>Network topology changes (edge/hub rewiring) hidden in gene expression data alone</a:t>
            </a:r>
          </a:p>
          <a:p>
            <a:endParaRPr lang="en-IN" sz="1600" dirty="0"/>
          </a:p>
        </p:txBody>
      </p:sp>
      <p:pic>
        <p:nvPicPr>
          <p:cNvPr id="14" name="Graphic 13" descr="Badge Tick1 with solid fill">
            <a:extLst>
              <a:ext uri="{FF2B5EF4-FFF2-40B4-BE49-F238E27FC236}">
                <a16:creationId xmlns:a16="http://schemas.microsoft.com/office/drawing/2014/main" id="{87D7497D-0809-93D8-3DBA-E887A171FCE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5750" y="3094091"/>
            <a:ext cx="670658" cy="670658"/>
          </a:xfrm>
          <a:prstGeom prst="rect">
            <a:avLst/>
          </a:prstGeom>
        </p:spPr>
      </p:pic>
    </p:spTree>
    <p:extLst>
      <p:ext uri="{BB962C8B-B14F-4D97-AF65-F5344CB8AC3E}">
        <p14:creationId xmlns:p14="http://schemas.microsoft.com/office/powerpoint/2010/main" val="3322623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50D3B-6C44-6BEA-2ED2-6F1D9BD0D17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3B18892-49C2-FD9B-6661-2851D5BFB5C9}"/>
              </a:ext>
            </a:extLst>
          </p:cNvPr>
          <p:cNvSpPr txBox="1">
            <a:spLocks noChangeArrowheads="1"/>
          </p:cNvSpPr>
          <p:nvPr/>
        </p:nvSpPr>
        <p:spPr bwMode="auto">
          <a:xfrm>
            <a:off x="433952" y="746737"/>
            <a:ext cx="10729191" cy="1794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8440" rIns="0" bIns="0" numCol="1" anchor="t" anchorCtr="0" compatLnSpc="1">
            <a:prstTxWarp prst="textNoShape">
              <a:avLst/>
            </a:prstTxWarp>
          </a:bodyPr>
          <a:lstStyle>
            <a:lvl1pPr marL="342900" indent="-342900" algn="l" defTabSz="449263" rtl="0" eaLnBrk="0" fontAlgn="base" hangingPunct="0">
              <a:lnSpc>
                <a:spcPct val="93000"/>
              </a:lnSpc>
              <a:spcBef>
                <a:spcPts val="1425"/>
              </a:spcBef>
              <a:spcAft>
                <a:spcPct val="0"/>
              </a:spcAft>
              <a:buClr>
                <a:srgbClr val="000000"/>
              </a:buClr>
              <a:buSzPct val="100000"/>
              <a:buFont typeface="Times New Roman" panose="02020603050405020304" pitchFamily="18" charset="0"/>
              <a:defRPr sz="3200" kern="1200">
                <a:solidFill>
                  <a:srgbClr val="000000"/>
                </a:solidFill>
                <a:latin typeface="+mn-lt"/>
                <a:ea typeface="+mn-ea"/>
                <a:cs typeface="+mn-cs"/>
              </a:defRPr>
            </a:lvl1pPr>
            <a:lvl2pPr marL="742950" indent="-285750" algn="l" defTabSz="449263" rtl="0" eaLnBrk="0" fontAlgn="base" hangingPunct="0">
              <a:lnSpc>
                <a:spcPct val="93000"/>
              </a:lnSpc>
              <a:spcBef>
                <a:spcPts val="1138"/>
              </a:spcBef>
              <a:spcAft>
                <a:spcPct val="0"/>
              </a:spcAft>
              <a:buClr>
                <a:srgbClr val="000000"/>
              </a:buClr>
              <a:buSzPct val="100000"/>
              <a:buFont typeface="Times New Roman" panose="02020603050405020304" pitchFamily="18" charset="0"/>
              <a:defRPr sz="2800" kern="1200">
                <a:solidFill>
                  <a:srgbClr val="000000"/>
                </a:solidFill>
                <a:latin typeface="+mn-lt"/>
                <a:ea typeface="+mn-ea"/>
                <a:cs typeface="+mn-cs"/>
              </a:defRPr>
            </a:lvl2pPr>
            <a:lvl3pPr marL="1143000" indent="-228600" algn="l" defTabSz="449263" rtl="0" eaLnBrk="0" fontAlgn="base" hangingPunct="0">
              <a:lnSpc>
                <a:spcPct val="93000"/>
              </a:lnSpc>
              <a:spcBef>
                <a:spcPts val="850"/>
              </a:spcBef>
              <a:spcAft>
                <a:spcPct val="0"/>
              </a:spcAft>
              <a:buClr>
                <a:srgbClr val="000000"/>
              </a:buClr>
              <a:buSzPct val="100000"/>
              <a:buFont typeface="Times New Roman" panose="02020603050405020304" pitchFamily="18" charset="0"/>
              <a:defRPr sz="2400" kern="1200">
                <a:solidFill>
                  <a:srgbClr val="000000"/>
                </a:solidFill>
                <a:latin typeface="+mn-lt"/>
                <a:ea typeface="+mn-ea"/>
                <a:cs typeface="+mn-cs"/>
              </a:defRPr>
            </a:lvl3pPr>
            <a:lvl4pPr marL="1600200" indent="-228600" algn="l" defTabSz="449263" rtl="0" eaLnBrk="0" fontAlgn="base" hangingPunct="0">
              <a:lnSpc>
                <a:spcPct val="93000"/>
              </a:lnSpc>
              <a:spcBef>
                <a:spcPts val="575"/>
              </a:spcBef>
              <a:spcAft>
                <a:spcPct val="0"/>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49263" rtl="0" eaLnBrk="0" fontAlgn="base" hangingPunct="0">
              <a:lnSpc>
                <a:spcPct val="93000"/>
              </a:lnSpc>
              <a:spcBef>
                <a:spcPts val="288"/>
              </a:spcBef>
              <a:spcAft>
                <a:spcPct val="0"/>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7" indent="0">
              <a:lnSpc>
                <a:spcPct val="150000"/>
              </a:lnSpc>
              <a:buClrTx/>
              <a:tabLst>
                <a:tab pos="0" algn="l"/>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 pos="9144000" algn="l"/>
                <a:tab pos="9601200" algn="l"/>
                <a:tab pos="10058400" algn="l"/>
                <a:tab pos="10515600" algn="l"/>
                <a:tab pos="10972800" algn="l"/>
              </a:tabLst>
            </a:pPr>
            <a:r>
              <a:rPr lang="en-US" altLang="en-US" sz="1600">
                <a:latin typeface="Aptos" panose="020B0004020202020204" pitchFamily="34" charset="0"/>
                <a:cs typeface="Calibri" panose="020F0502020204030204" pitchFamily="34" charset="0"/>
              </a:rPr>
              <a:t>Proin vel varius ante. Praesent ullamcorper lectus nec pulvinar gravida. Donec vel magna maximus, tempor eros eu, tincidunt nisi. Maecenas ac risus vitae velit condimentum eleifend. Mauris ut odio condimentum, maximus sem posuere, tempor odio. Maecenas vel ipsum lorem. Proin vel varius ante. Praesent ullamcorper lectus nec pulvinar gravida. Maecenas vel ipsum lorem. Proin vel varius ante. Praesent ullamcorper lectus nec pulvinar gravida. </a:t>
            </a:r>
            <a:endParaRPr lang="en-US" altLang="en-US" sz="180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DF1A9151-4F8B-1091-A3BF-65A120DA048F}"/>
              </a:ext>
            </a:extLst>
          </p:cNvPr>
          <p:cNvSpPr txBox="1"/>
          <p:nvPr/>
        </p:nvSpPr>
        <p:spPr>
          <a:xfrm>
            <a:off x="433952" y="3361047"/>
            <a:ext cx="5010236" cy="2492990"/>
          </a:xfrm>
          <a:prstGeom prst="rect">
            <a:avLst/>
          </a:prstGeom>
          <a:noFill/>
        </p:spPr>
        <p:txBody>
          <a:bodyPr wrap="square">
            <a:spAutoFit/>
          </a:bodyPr>
          <a:lstStyle/>
          <a:p>
            <a:pPr marL="285750" indent="-285750">
              <a:lnSpc>
                <a:spcPct val="200000"/>
              </a:lnSpc>
              <a:buClr>
                <a:srgbClr val="10AC85"/>
              </a:buClr>
              <a:buFont typeface="Wingdings" panose="05000000000000000000" pitchFamily="2" charset="2"/>
              <a:buChar char="Ø"/>
            </a:pPr>
            <a:r>
              <a:rPr lang="en-US" altLang="en-US" sz="1400">
                <a:solidFill>
                  <a:srgbClr val="000000"/>
                </a:solidFill>
                <a:latin typeface="Aptos" panose="020B0004020202020204" pitchFamily="34" charset="0"/>
                <a:cs typeface="Calibri" panose="020F0502020204030204" pitchFamily="34" charset="0"/>
              </a:rPr>
              <a:t>Maecenas ac risus vitae velit condimentum</a:t>
            </a:r>
          </a:p>
          <a:p>
            <a:pPr marL="285750" indent="-285750">
              <a:lnSpc>
                <a:spcPct val="200000"/>
              </a:lnSpc>
              <a:buClr>
                <a:srgbClr val="10AC85"/>
              </a:buClr>
              <a:buFont typeface="Wingdings" panose="05000000000000000000" pitchFamily="2" charset="2"/>
              <a:buChar char="Ø"/>
            </a:pPr>
            <a:r>
              <a:rPr lang="en-US" altLang="en-US" sz="1400">
                <a:latin typeface="Aptos" panose="020B0004020202020204" pitchFamily="34" charset="0"/>
                <a:cs typeface="Calibri" panose="020F0502020204030204" pitchFamily="34" charset="0"/>
              </a:rPr>
              <a:t>Proin vel varius ante. Praesent ullamcorper </a:t>
            </a:r>
          </a:p>
          <a:p>
            <a:pPr marL="285750" indent="-285750">
              <a:lnSpc>
                <a:spcPct val="200000"/>
              </a:lnSpc>
              <a:buClr>
                <a:srgbClr val="10AC85"/>
              </a:buClr>
              <a:buFont typeface="Wingdings" panose="05000000000000000000" pitchFamily="2" charset="2"/>
              <a:buChar char="Ø"/>
            </a:pPr>
            <a:r>
              <a:rPr lang="en-US" altLang="en-US" sz="1400">
                <a:latin typeface="Aptos" panose="020B0004020202020204" pitchFamily="34" charset="0"/>
                <a:cs typeface="Calibri" panose="020F0502020204030204" pitchFamily="34" charset="0"/>
              </a:rPr>
              <a:t>Donec vel magna maximus, tempor eros </a:t>
            </a:r>
          </a:p>
          <a:p>
            <a:pPr marL="285750" indent="-285750">
              <a:lnSpc>
                <a:spcPct val="200000"/>
              </a:lnSpc>
              <a:buClr>
                <a:srgbClr val="10AC85"/>
              </a:buClr>
              <a:buFont typeface="Wingdings" panose="05000000000000000000" pitchFamily="2" charset="2"/>
              <a:buChar char="Ø"/>
            </a:pPr>
            <a:r>
              <a:rPr lang="en-US" altLang="en-US" sz="1400">
                <a:solidFill>
                  <a:srgbClr val="000000"/>
                </a:solidFill>
                <a:latin typeface="Aptos" panose="020B0004020202020204" pitchFamily="34" charset="0"/>
                <a:cs typeface="Calibri" panose="020F0502020204030204" pitchFamily="34" charset="0"/>
              </a:rPr>
              <a:t>Maecenas ac risus vitae velit condimentum</a:t>
            </a:r>
            <a:endParaRPr lang="en-US" sz="1400">
              <a:solidFill>
                <a:srgbClr val="000000"/>
              </a:solidFill>
              <a:latin typeface="Aptos" panose="020B0004020202020204" pitchFamily="34" charset="0"/>
              <a:cs typeface="Calibri" panose="020F0502020204030204" pitchFamily="34" charset="0"/>
            </a:endParaRPr>
          </a:p>
          <a:p>
            <a:pPr marL="285750" indent="-285750">
              <a:lnSpc>
                <a:spcPct val="200000"/>
              </a:lnSpc>
              <a:buClr>
                <a:srgbClr val="10AC85"/>
              </a:buClr>
              <a:buFont typeface="Wingdings" panose="05000000000000000000" pitchFamily="2" charset="2"/>
              <a:buChar char="Ø"/>
            </a:pPr>
            <a:r>
              <a:rPr lang="en-US" altLang="en-US" sz="1400">
                <a:latin typeface="Aptos" panose="020B0004020202020204" pitchFamily="34" charset="0"/>
                <a:cs typeface="Calibri" panose="020F0502020204030204" pitchFamily="34" charset="0"/>
              </a:rPr>
              <a:t>Varius ante Mauris ut odio condimentum, maximus </a:t>
            </a:r>
          </a:p>
          <a:p>
            <a:pPr marL="285750" indent="-285750">
              <a:buClr>
                <a:srgbClr val="10AC85"/>
              </a:buClr>
              <a:buFont typeface="Wingdings" panose="05000000000000000000" pitchFamily="2" charset="2"/>
              <a:buChar char="Ø"/>
            </a:pPr>
            <a:endParaRPr lang="en-US" sz="1600">
              <a:solidFill>
                <a:srgbClr val="000000"/>
              </a:solidFill>
              <a:latin typeface="Aptos" panose="020B000402020202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2F64A09A-2431-F7B7-5BB7-17335104B33B}"/>
              </a:ext>
            </a:extLst>
          </p:cNvPr>
          <p:cNvSpPr txBox="1"/>
          <p:nvPr/>
        </p:nvSpPr>
        <p:spPr>
          <a:xfrm>
            <a:off x="344680" y="173343"/>
            <a:ext cx="11502640" cy="523220"/>
          </a:xfrm>
          <a:prstGeom prst="rect">
            <a:avLst/>
          </a:prstGeom>
          <a:noFill/>
        </p:spPr>
        <p:txBody>
          <a:bodyPr wrap="square" rtlCol="0">
            <a:spAutoFit/>
          </a:bodyPr>
          <a:lstStyle/>
          <a:p>
            <a:r>
              <a:rPr lang="en-US" sz="2800" b="1" spc="-150">
                <a:solidFill>
                  <a:srgbClr val="033E39"/>
                </a:solidFill>
                <a:latin typeface="Aptos" panose="020B0004020202020204" pitchFamily="34" charset="0"/>
              </a:rPr>
              <a:t>Presentation Description</a:t>
            </a:r>
          </a:p>
        </p:txBody>
      </p:sp>
      <p:sp>
        <p:nvSpPr>
          <p:cNvPr id="8" name="TextBox 7">
            <a:extLst>
              <a:ext uri="{FF2B5EF4-FFF2-40B4-BE49-F238E27FC236}">
                <a16:creationId xmlns:a16="http://schemas.microsoft.com/office/drawing/2014/main" id="{A5199122-9A75-BAE3-D72B-4887C1B6FB03}"/>
              </a:ext>
            </a:extLst>
          </p:cNvPr>
          <p:cNvSpPr txBox="1"/>
          <p:nvPr/>
        </p:nvSpPr>
        <p:spPr>
          <a:xfrm>
            <a:off x="6001310" y="3361047"/>
            <a:ext cx="5010236" cy="2492990"/>
          </a:xfrm>
          <a:prstGeom prst="rect">
            <a:avLst/>
          </a:prstGeom>
          <a:noFill/>
        </p:spPr>
        <p:txBody>
          <a:bodyPr wrap="square">
            <a:spAutoFit/>
          </a:bodyPr>
          <a:lstStyle/>
          <a:p>
            <a:pPr marL="285750" indent="-285750">
              <a:lnSpc>
                <a:spcPct val="200000"/>
              </a:lnSpc>
              <a:buClr>
                <a:srgbClr val="10AC85"/>
              </a:buClr>
              <a:buFont typeface="Wingdings" panose="05000000000000000000" pitchFamily="2" charset="2"/>
              <a:buChar char="Ø"/>
            </a:pPr>
            <a:r>
              <a:rPr lang="en-US" altLang="en-US" sz="1400">
                <a:solidFill>
                  <a:srgbClr val="000000"/>
                </a:solidFill>
                <a:latin typeface="Aptos" panose="020B0004020202020204" pitchFamily="34" charset="0"/>
                <a:cs typeface="Calibri" panose="020F0502020204030204" pitchFamily="34" charset="0"/>
              </a:rPr>
              <a:t>Maecenas ac risus vitae velit condimentum</a:t>
            </a:r>
          </a:p>
          <a:p>
            <a:pPr marL="285750" indent="-285750">
              <a:lnSpc>
                <a:spcPct val="200000"/>
              </a:lnSpc>
              <a:buClr>
                <a:srgbClr val="10AC85"/>
              </a:buClr>
              <a:buFont typeface="Wingdings" panose="05000000000000000000" pitchFamily="2" charset="2"/>
              <a:buChar char="Ø"/>
            </a:pPr>
            <a:r>
              <a:rPr lang="en-US" altLang="en-US" sz="1400">
                <a:solidFill>
                  <a:srgbClr val="000000"/>
                </a:solidFill>
                <a:latin typeface="Aptos" panose="020B0004020202020204" pitchFamily="34" charset="0"/>
                <a:cs typeface="Calibri" panose="020F0502020204030204" pitchFamily="34" charset="0"/>
              </a:rPr>
              <a:t>Proin vel varius ante. Praesent ullamcorper </a:t>
            </a:r>
          </a:p>
          <a:p>
            <a:pPr marL="285750" indent="-285750">
              <a:lnSpc>
                <a:spcPct val="200000"/>
              </a:lnSpc>
              <a:buClr>
                <a:srgbClr val="10AC85"/>
              </a:buClr>
              <a:buFont typeface="Wingdings" panose="05000000000000000000" pitchFamily="2" charset="2"/>
              <a:buChar char="Ø"/>
            </a:pPr>
            <a:r>
              <a:rPr lang="en-US" altLang="en-US" sz="1400">
                <a:solidFill>
                  <a:srgbClr val="000000"/>
                </a:solidFill>
                <a:latin typeface="Aptos" panose="020B0004020202020204" pitchFamily="34" charset="0"/>
                <a:cs typeface="Calibri" panose="020F0502020204030204" pitchFamily="34" charset="0"/>
              </a:rPr>
              <a:t>Donec vel magna maximus, tempor eros </a:t>
            </a:r>
          </a:p>
          <a:p>
            <a:pPr marL="285750" indent="-285750">
              <a:lnSpc>
                <a:spcPct val="200000"/>
              </a:lnSpc>
              <a:buClr>
                <a:srgbClr val="10AC85"/>
              </a:buClr>
              <a:buFont typeface="Wingdings" panose="05000000000000000000" pitchFamily="2" charset="2"/>
              <a:buChar char="Ø"/>
            </a:pPr>
            <a:r>
              <a:rPr lang="en-US" altLang="en-US" sz="1400">
                <a:solidFill>
                  <a:srgbClr val="000000"/>
                </a:solidFill>
                <a:latin typeface="Aptos" panose="020B0004020202020204" pitchFamily="34" charset="0"/>
                <a:cs typeface="Calibri" panose="020F0502020204030204" pitchFamily="34" charset="0"/>
              </a:rPr>
              <a:t>Maecenas ac risus vitae velit condimentum</a:t>
            </a:r>
            <a:endParaRPr lang="en-US" sz="1400">
              <a:solidFill>
                <a:srgbClr val="000000"/>
              </a:solidFill>
              <a:latin typeface="Aptos" panose="020B0004020202020204" pitchFamily="34" charset="0"/>
              <a:cs typeface="Calibri" panose="020F0502020204030204" pitchFamily="34" charset="0"/>
            </a:endParaRPr>
          </a:p>
          <a:p>
            <a:pPr marL="285750" indent="-285750">
              <a:lnSpc>
                <a:spcPct val="200000"/>
              </a:lnSpc>
              <a:buClr>
                <a:srgbClr val="10AC85"/>
              </a:buClr>
              <a:buFont typeface="Wingdings" panose="05000000000000000000" pitchFamily="2" charset="2"/>
              <a:buChar char="Ø"/>
            </a:pPr>
            <a:r>
              <a:rPr lang="en-US" altLang="en-US" sz="1400">
                <a:solidFill>
                  <a:srgbClr val="000000"/>
                </a:solidFill>
                <a:latin typeface="Aptos" panose="020B0004020202020204" pitchFamily="34" charset="0"/>
                <a:cs typeface="Calibri" panose="020F0502020204030204" pitchFamily="34" charset="0"/>
              </a:rPr>
              <a:t>Varius ante Mauris ut odio condimentum, maximus </a:t>
            </a:r>
          </a:p>
          <a:p>
            <a:pPr marL="285750" indent="-285750">
              <a:buClr>
                <a:srgbClr val="10AC85"/>
              </a:buClr>
              <a:buFont typeface="Wingdings" panose="05000000000000000000" pitchFamily="2" charset="2"/>
              <a:buChar char="Ø"/>
            </a:pPr>
            <a:endParaRPr lang="en-US" sz="1600">
              <a:solidFill>
                <a:srgbClr val="000000"/>
              </a:solidFill>
              <a:latin typeface="Aptos" panose="020B000402020202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84327473-F9A8-F0F8-0084-A2F3E38933BA}"/>
              </a:ext>
            </a:extLst>
          </p:cNvPr>
          <p:cNvSpPr txBox="1"/>
          <p:nvPr/>
        </p:nvSpPr>
        <p:spPr>
          <a:xfrm>
            <a:off x="344680" y="2929180"/>
            <a:ext cx="1867546" cy="369332"/>
          </a:xfrm>
          <a:prstGeom prst="rect">
            <a:avLst/>
          </a:prstGeom>
          <a:noFill/>
        </p:spPr>
        <p:txBody>
          <a:bodyPr wrap="square" rtlCol="0">
            <a:spAutoFit/>
          </a:bodyPr>
          <a:lstStyle/>
          <a:p>
            <a:r>
              <a:rPr lang="en-US" b="1">
                <a:latin typeface="Aptos SemiBold" panose="020B0004020202020204" pitchFamily="34" charset="0"/>
              </a:rPr>
              <a:t>Subheading 1</a:t>
            </a:r>
          </a:p>
        </p:txBody>
      </p:sp>
      <p:sp>
        <p:nvSpPr>
          <p:cNvPr id="13" name="TextBox 12">
            <a:extLst>
              <a:ext uri="{FF2B5EF4-FFF2-40B4-BE49-F238E27FC236}">
                <a16:creationId xmlns:a16="http://schemas.microsoft.com/office/drawing/2014/main" id="{06564295-ED6E-512F-D205-D2FDD5F77A73}"/>
              </a:ext>
            </a:extLst>
          </p:cNvPr>
          <p:cNvSpPr txBox="1"/>
          <p:nvPr/>
        </p:nvSpPr>
        <p:spPr>
          <a:xfrm>
            <a:off x="6001310" y="2929180"/>
            <a:ext cx="1867546" cy="369332"/>
          </a:xfrm>
          <a:prstGeom prst="rect">
            <a:avLst/>
          </a:prstGeom>
          <a:noFill/>
        </p:spPr>
        <p:txBody>
          <a:bodyPr wrap="square" rtlCol="0">
            <a:spAutoFit/>
          </a:bodyPr>
          <a:lstStyle/>
          <a:p>
            <a:r>
              <a:rPr lang="en-US" b="1">
                <a:latin typeface="Aptos SemiBold" panose="020B0004020202020204" pitchFamily="34" charset="0"/>
              </a:rPr>
              <a:t>Subheading 2</a:t>
            </a:r>
          </a:p>
        </p:txBody>
      </p:sp>
    </p:spTree>
    <p:extLst>
      <p:ext uri="{BB962C8B-B14F-4D97-AF65-F5344CB8AC3E}">
        <p14:creationId xmlns:p14="http://schemas.microsoft.com/office/powerpoint/2010/main" val="3393921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6D297-165D-7296-41DF-1CBB006C075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D4D43FD-DE27-43C9-1929-040EFCC9867F}"/>
              </a:ext>
            </a:extLst>
          </p:cNvPr>
          <p:cNvSpPr txBox="1">
            <a:spLocks noChangeArrowheads="1"/>
          </p:cNvSpPr>
          <p:nvPr/>
        </p:nvSpPr>
        <p:spPr bwMode="auto">
          <a:xfrm>
            <a:off x="437670" y="821164"/>
            <a:ext cx="7823177" cy="1528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8440" rIns="0" bIns="0" numCol="1" anchor="t" anchorCtr="0" compatLnSpc="1">
            <a:prstTxWarp prst="textNoShape">
              <a:avLst/>
            </a:prstTxWarp>
          </a:bodyPr>
          <a:lstStyle>
            <a:lvl1pPr marL="342900" indent="-342900" algn="l" defTabSz="449263" rtl="0" eaLnBrk="0" fontAlgn="base" hangingPunct="0">
              <a:lnSpc>
                <a:spcPct val="93000"/>
              </a:lnSpc>
              <a:spcBef>
                <a:spcPts val="1425"/>
              </a:spcBef>
              <a:spcAft>
                <a:spcPct val="0"/>
              </a:spcAft>
              <a:buClr>
                <a:srgbClr val="000000"/>
              </a:buClr>
              <a:buSzPct val="100000"/>
              <a:buFont typeface="Times New Roman" panose="02020603050405020304" pitchFamily="18" charset="0"/>
              <a:defRPr sz="3200" kern="1200">
                <a:solidFill>
                  <a:srgbClr val="000000"/>
                </a:solidFill>
                <a:latin typeface="+mn-lt"/>
                <a:ea typeface="+mn-ea"/>
                <a:cs typeface="+mn-cs"/>
              </a:defRPr>
            </a:lvl1pPr>
            <a:lvl2pPr marL="742950" indent="-285750" algn="l" defTabSz="449263" rtl="0" eaLnBrk="0" fontAlgn="base" hangingPunct="0">
              <a:lnSpc>
                <a:spcPct val="93000"/>
              </a:lnSpc>
              <a:spcBef>
                <a:spcPts val="1138"/>
              </a:spcBef>
              <a:spcAft>
                <a:spcPct val="0"/>
              </a:spcAft>
              <a:buClr>
                <a:srgbClr val="000000"/>
              </a:buClr>
              <a:buSzPct val="100000"/>
              <a:buFont typeface="Times New Roman" panose="02020603050405020304" pitchFamily="18" charset="0"/>
              <a:defRPr sz="2800" kern="1200">
                <a:solidFill>
                  <a:srgbClr val="000000"/>
                </a:solidFill>
                <a:latin typeface="+mn-lt"/>
                <a:ea typeface="+mn-ea"/>
                <a:cs typeface="+mn-cs"/>
              </a:defRPr>
            </a:lvl2pPr>
            <a:lvl3pPr marL="1143000" indent="-228600" algn="l" defTabSz="449263" rtl="0" eaLnBrk="0" fontAlgn="base" hangingPunct="0">
              <a:lnSpc>
                <a:spcPct val="93000"/>
              </a:lnSpc>
              <a:spcBef>
                <a:spcPts val="850"/>
              </a:spcBef>
              <a:spcAft>
                <a:spcPct val="0"/>
              </a:spcAft>
              <a:buClr>
                <a:srgbClr val="000000"/>
              </a:buClr>
              <a:buSzPct val="100000"/>
              <a:buFont typeface="Times New Roman" panose="02020603050405020304" pitchFamily="18" charset="0"/>
              <a:defRPr sz="2400" kern="1200">
                <a:solidFill>
                  <a:srgbClr val="000000"/>
                </a:solidFill>
                <a:latin typeface="+mn-lt"/>
                <a:ea typeface="+mn-ea"/>
                <a:cs typeface="+mn-cs"/>
              </a:defRPr>
            </a:lvl3pPr>
            <a:lvl4pPr marL="1600200" indent="-228600" algn="l" defTabSz="449263" rtl="0" eaLnBrk="0" fontAlgn="base" hangingPunct="0">
              <a:lnSpc>
                <a:spcPct val="93000"/>
              </a:lnSpc>
              <a:spcBef>
                <a:spcPts val="575"/>
              </a:spcBef>
              <a:spcAft>
                <a:spcPct val="0"/>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49263" rtl="0" eaLnBrk="0" fontAlgn="base" hangingPunct="0">
              <a:lnSpc>
                <a:spcPct val="93000"/>
              </a:lnSpc>
              <a:spcBef>
                <a:spcPts val="288"/>
              </a:spcBef>
              <a:spcAft>
                <a:spcPct val="0"/>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7" indent="0">
              <a:lnSpc>
                <a:spcPct val="150000"/>
              </a:lnSpc>
              <a:buClrTx/>
              <a:tabLst>
                <a:tab pos="0" algn="l"/>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 pos="9144000" algn="l"/>
                <a:tab pos="9601200" algn="l"/>
                <a:tab pos="10058400" algn="l"/>
                <a:tab pos="10515600" algn="l"/>
                <a:tab pos="10972800" algn="l"/>
              </a:tabLst>
            </a:pPr>
            <a:r>
              <a:rPr lang="en-US" altLang="en-US" sz="1600">
                <a:solidFill>
                  <a:schemeClr val="bg2">
                    <a:lumMod val="25000"/>
                  </a:schemeClr>
                </a:solidFill>
                <a:latin typeface="Aptos" panose="020B0004020202020204" pitchFamily="34" charset="0"/>
                <a:cs typeface="Calibri" panose="020F0502020204030204" pitchFamily="34" charset="0"/>
              </a:rPr>
              <a:t>Proin vel varius ante. Praesent ullamcorper lectus nec pulvinar gravida. Donec vel magna maximus, tempor eros eu, tincidunt nisi. Maecenas ac risus vitae velit condimentum eleifend. Mauris ut odio condimentum, maximus sem posuere, tempor odio. Maecenas vel ipsum lorem. </a:t>
            </a:r>
            <a:endParaRPr lang="en-US" altLang="en-US" sz="1800">
              <a:solidFill>
                <a:schemeClr val="bg2">
                  <a:lumMod val="2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C5950CBD-D9E1-22F4-D635-8F927377C81B}"/>
              </a:ext>
            </a:extLst>
          </p:cNvPr>
          <p:cNvSpPr txBox="1"/>
          <p:nvPr/>
        </p:nvSpPr>
        <p:spPr>
          <a:xfrm>
            <a:off x="352429" y="2598383"/>
            <a:ext cx="7908418" cy="3050194"/>
          </a:xfrm>
          <a:prstGeom prst="rect">
            <a:avLst/>
          </a:prstGeom>
          <a:noFill/>
        </p:spPr>
        <p:txBody>
          <a:bodyPr wrap="square">
            <a:spAutoFit/>
          </a:bodyPr>
          <a:lstStyle/>
          <a:p>
            <a:pPr marL="7937" defTabSz="449263" eaLnBrk="0" fontAlgn="base" hangingPunct="0">
              <a:lnSpc>
                <a:spcPct val="150000"/>
              </a:lnSpc>
              <a:spcBef>
                <a:spcPts val="1425"/>
              </a:spcBef>
              <a:spcAft>
                <a:spcPct val="0"/>
              </a:spcAft>
              <a:buSzPct val="100000"/>
              <a:buFont typeface="Times New Roman" panose="02020603050405020304" pitchFamily="18" charset="0"/>
              <a:tabLst>
                <a:tab pos="0" algn="l"/>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 pos="9144000" algn="l"/>
                <a:tab pos="9601200" algn="l"/>
                <a:tab pos="10058400" algn="l"/>
                <a:tab pos="10515600" algn="l"/>
                <a:tab pos="10972800" algn="l"/>
              </a:tabLst>
            </a:pPr>
            <a:r>
              <a:rPr lang="en-US" altLang="en-US" sz="1600">
                <a:solidFill>
                  <a:schemeClr val="bg2">
                    <a:lumMod val="25000"/>
                  </a:schemeClr>
                </a:solidFill>
                <a:latin typeface="Aptos" panose="020B0004020202020204" pitchFamily="34" charset="0"/>
                <a:cs typeface="Calibri" panose="020F0502020204030204" pitchFamily="34" charset="0"/>
              </a:rPr>
              <a:t>Proin vel varius ante. Praesent ullamcorper lectus nec pulvinar gravida. Donec vel magna maximus, tempor eros eu, tincidunt nisi. Maecenas ac risus vitae velit condimentum eleifend. Mauris ut odio condimentum, maximus sem posuere, tempor odio. Maecenas vel ipsum lorem. Proin vel varius ante. Praesent ullamcorper lectus nec pulvinar gravida. Donec vel magna maximus, tempor eros eu, tincidunt nisi. Maecenas ac risus vitae velit condimentum eleifend. Mauris ut odio condimentum, maximus sem posuere, tempor odio. Maecenas vel ipsum lorem. </a:t>
            </a:r>
          </a:p>
          <a:p>
            <a:pPr marL="7937" indent="0">
              <a:lnSpc>
                <a:spcPct val="150000"/>
              </a:lnSpc>
              <a:buClrTx/>
              <a:tabLst>
                <a:tab pos="0" algn="l"/>
                <a:tab pos="336550" algn="l"/>
                <a:tab pos="449263" algn="l"/>
                <a:tab pos="906463" algn="l"/>
                <a:tab pos="1363663" algn="l"/>
                <a:tab pos="1820863" algn="l"/>
                <a:tab pos="2278063" algn="l"/>
                <a:tab pos="2735263" algn="l"/>
                <a:tab pos="3192463" algn="l"/>
                <a:tab pos="3649663" algn="l"/>
                <a:tab pos="4106863" algn="l"/>
                <a:tab pos="4564063" algn="l"/>
                <a:tab pos="5021263" algn="l"/>
                <a:tab pos="5478463" algn="l"/>
                <a:tab pos="5935663" algn="l"/>
                <a:tab pos="6392863" algn="l"/>
                <a:tab pos="6850063" algn="l"/>
                <a:tab pos="7307263" algn="l"/>
                <a:tab pos="7764463" algn="l"/>
                <a:tab pos="8221663" algn="l"/>
                <a:tab pos="8678863" algn="l"/>
                <a:tab pos="9136063" algn="l"/>
                <a:tab pos="9144000" algn="l"/>
                <a:tab pos="9601200" algn="l"/>
                <a:tab pos="10058400" algn="l"/>
                <a:tab pos="10515600" algn="l"/>
                <a:tab pos="10972800" algn="l"/>
              </a:tabLst>
            </a:pPr>
            <a:endParaRPr lang="en-US" altLang="en-US" sz="1800">
              <a:solidFill>
                <a:schemeClr val="bg2">
                  <a:lumMod val="25000"/>
                </a:schemeClr>
              </a:solidFill>
              <a:latin typeface="Calibri" panose="020F0502020204030204" pitchFamily="34" charset="0"/>
              <a:cs typeface="Calibri" panose="020F0502020204030204" pitchFamily="34" charset="0"/>
            </a:endParaRPr>
          </a:p>
        </p:txBody>
      </p:sp>
      <p:pic>
        <p:nvPicPr>
          <p:cNvPr id="84" name="Picture 83" descr="A close-up of a molecule&#10;&#10;AI-generated content may be incorrect.">
            <a:extLst>
              <a:ext uri="{FF2B5EF4-FFF2-40B4-BE49-F238E27FC236}">
                <a16:creationId xmlns:a16="http://schemas.microsoft.com/office/drawing/2014/main" id="{110AA0CA-2AF6-0E3A-A1F1-CFAC0F4AE1EF}"/>
              </a:ext>
            </a:extLst>
          </p:cNvPr>
          <p:cNvPicPr>
            <a:picLocks noChangeAspect="1"/>
          </p:cNvPicPr>
          <p:nvPr/>
        </p:nvPicPr>
        <p:blipFill>
          <a:blip r:embed="rId3"/>
          <a:stretch>
            <a:fillRect/>
          </a:stretch>
        </p:blipFill>
        <p:spPr>
          <a:xfrm>
            <a:off x="8640306" y="-19830"/>
            <a:ext cx="3551694" cy="6342310"/>
          </a:xfrm>
          <a:prstGeom prst="rect">
            <a:avLst/>
          </a:prstGeom>
        </p:spPr>
      </p:pic>
      <p:sp>
        <p:nvSpPr>
          <p:cNvPr id="85" name="TextBox 84">
            <a:extLst>
              <a:ext uri="{FF2B5EF4-FFF2-40B4-BE49-F238E27FC236}">
                <a16:creationId xmlns:a16="http://schemas.microsoft.com/office/drawing/2014/main" id="{E5A4A51D-2F85-A8F1-5C68-3D14F3290B57}"/>
              </a:ext>
            </a:extLst>
          </p:cNvPr>
          <p:cNvSpPr txBox="1"/>
          <p:nvPr/>
        </p:nvSpPr>
        <p:spPr>
          <a:xfrm>
            <a:off x="344680" y="173343"/>
            <a:ext cx="11502640" cy="523220"/>
          </a:xfrm>
          <a:prstGeom prst="rect">
            <a:avLst/>
          </a:prstGeom>
          <a:noFill/>
        </p:spPr>
        <p:txBody>
          <a:bodyPr wrap="square" rtlCol="0">
            <a:spAutoFit/>
          </a:bodyPr>
          <a:lstStyle/>
          <a:p>
            <a:r>
              <a:rPr lang="en-US" sz="2800" b="1" spc="-150">
                <a:solidFill>
                  <a:srgbClr val="033E39"/>
                </a:solidFill>
                <a:latin typeface="Aptos" panose="020B0004020202020204" pitchFamily="34" charset="0"/>
              </a:rPr>
              <a:t>Image and Description</a:t>
            </a:r>
          </a:p>
        </p:txBody>
      </p:sp>
    </p:spTree>
    <p:extLst>
      <p:ext uri="{BB962C8B-B14F-4D97-AF65-F5344CB8AC3E}">
        <p14:creationId xmlns:p14="http://schemas.microsoft.com/office/powerpoint/2010/main" val="1491882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EEED5-C26B-B776-D1B2-1473B39E0806}"/>
            </a:ext>
          </a:extLst>
        </p:cNvPr>
        <p:cNvGrpSpPr/>
        <p:nvPr/>
      </p:nvGrpSpPr>
      <p:grpSpPr>
        <a:xfrm>
          <a:off x="0" y="0"/>
          <a:ext cx="0" cy="0"/>
          <a:chOff x="0" y="0"/>
          <a:chExt cx="0" cy="0"/>
        </a:xfrm>
      </p:grpSpPr>
      <p:graphicFrame>
        <p:nvGraphicFramePr>
          <p:cNvPr id="4" name="Table Placeholder 2">
            <a:extLst>
              <a:ext uri="{FF2B5EF4-FFF2-40B4-BE49-F238E27FC236}">
                <a16:creationId xmlns:a16="http://schemas.microsoft.com/office/drawing/2014/main" id="{5AFB2C46-94F1-0DDD-36F1-C327D48D4AFD}"/>
              </a:ext>
            </a:extLst>
          </p:cNvPr>
          <p:cNvGraphicFramePr>
            <a:graphicFrameLocks/>
          </p:cNvGraphicFramePr>
          <p:nvPr>
            <p:extLst>
              <p:ext uri="{D42A27DB-BD31-4B8C-83A1-F6EECF244321}">
                <p14:modId xmlns:p14="http://schemas.microsoft.com/office/powerpoint/2010/main" val="676623054"/>
              </p:ext>
            </p:extLst>
          </p:nvPr>
        </p:nvGraphicFramePr>
        <p:xfrm>
          <a:off x="491421" y="851114"/>
          <a:ext cx="10975976" cy="3065467"/>
        </p:xfrm>
        <a:graphic>
          <a:graphicData uri="http://schemas.openxmlformats.org/drawingml/2006/table">
            <a:tbl>
              <a:tblPr firstRow="1" bandRow="1">
                <a:tableStyleId>{3B4B98B0-60AC-42C2-AFA5-B58CD77FA1E5}</a:tableStyleId>
              </a:tblPr>
              <a:tblGrid>
                <a:gridCol w="4468547">
                  <a:extLst>
                    <a:ext uri="{9D8B030D-6E8A-4147-A177-3AD203B41FA5}">
                      <a16:colId xmlns:a16="http://schemas.microsoft.com/office/drawing/2014/main" val="127040821"/>
                    </a:ext>
                  </a:extLst>
                </a:gridCol>
                <a:gridCol w="3720957">
                  <a:extLst>
                    <a:ext uri="{9D8B030D-6E8A-4147-A177-3AD203B41FA5}">
                      <a16:colId xmlns:a16="http://schemas.microsoft.com/office/drawing/2014/main" val="149845700"/>
                    </a:ext>
                  </a:extLst>
                </a:gridCol>
                <a:gridCol w="1393236">
                  <a:extLst>
                    <a:ext uri="{9D8B030D-6E8A-4147-A177-3AD203B41FA5}">
                      <a16:colId xmlns:a16="http://schemas.microsoft.com/office/drawing/2014/main" val="3119692462"/>
                    </a:ext>
                  </a:extLst>
                </a:gridCol>
                <a:gridCol w="1393236">
                  <a:extLst>
                    <a:ext uri="{9D8B030D-6E8A-4147-A177-3AD203B41FA5}">
                      <a16:colId xmlns:a16="http://schemas.microsoft.com/office/drawing/2014/main" val="3472639139"/>
                    </a:ext>
                  </a:extLst>
                </a:gridCol>
              </a:tblGrid>
              <a:tr h="396661">
                <a:tc>
                  <a:txBody>
                    <a:bodyPr/>
                    <a:lstStyle/>
                    <a:p>
                      <a:r>
                        <a:rPr lang="en-US" sz="1400"/>
                        <a:t>Impact factor</a:t>
                      </a:r>
                    </a:p>
                  </a:txBody>
                  <a:tcPr anchor="ctr"/>
                </a:tc>
                <a:tc>
                  <a:txBody>
                    <a:bodyPr/>
                    <a:lstStyle/>
                    <a:p>
                      <a:r>
                        <a:rPr lang="en-US" sz="1400"/>
                        <a:t>Measurement</a:t>
                      </a:r>
                    </a:p>
                  </a:txBody>
                  <a:tcPr anchor="ctr"/>
                </a:tc>
                <a:tc>
                  <a:txBody>
                    <a:bodyPr/>
                    <a:lstStyle/>
                    <a:p>
                      <a:r>
                        <a:rPr lang="en-US" sz="1400"/>
                        <a:t>Target</a:t>
                      </a:r>
                    </a:p>
                  </a:txBody>
                  <a:tcPr anchor="ctr"/>
                </a:tc>
                <a:tc>
                  <a:txBody>
                    <a:bodyPr/>
                    <a:lstStyle/>
                    <a:p>
                      <a:r>
                        <a:rPr lang="en-US" sz="1400"/>
                        <a:t>Achieved</a:t>
                      </a:r>
                    </a:p>
                  </a:txBody>
                  <a:tcPr anchor="ctr"/>
                </a:tc>
                <a:extLst>
                  <a:ext uri="{0D108BD9-81ED-4DB2-BD59-A6C34878D82A}">
                    <a16:rowId xmlns:a16="http://schemas.microsoft.com/office/drawing/2014/main" val="3298013591"/>
                  </a:ext>
                </a:extLst>
              </a:tr>
              <a:tr h="381258">
                <a:tc>
                  <a:txBody>
                    <a:bodyPr/>
                    <a:lstStyle/>
                    <a:p>
                      <a:r>
                        <a:rPr lang="en-US" sz="1200" b="0" i="0">
                          <a:latin typeface="Aptos" panose="020B0004020202020204" pitchFamily="34" charset="0"/>
                        </a:rPr>
                        <a:t>Audience interaction</a:t>
                      </a:r>
                    </a:p>
                  </a:txBody>
                  <a:tcPr anchor="ctr">
                    <a:solidFill>
                      <a:srgbClr val="156082">
                        <a:alpha val="7059"/>
                      </a:srgbClr>
                    </a:solidFill>
                  </a:tcPr>
                </a:tc>
                <a:tc>
                  <a:txBody>
                    <a:bodyPr/>
                    <a:lstStyle/>
                    <a:p>
                      <a:r>
                        <a:rPr lang="en-US" sz="1200" b="0" i="0">
                          <a:latin typeface="Aptos" panose="020B0004020202020204" pitchFamily="34" charset="0"/>
                        </a:rPr>
                        <a:t>Percentage (%)</a:t>
                      </a:r>
                    </a:p>
                  </a:txBody>
                  <a:tcPr anchor="ctr">
                    <a:solidFill>
                      <a:srgbClr val="156082">
                        <a:alpha val="7059"/>
                      </a:srgbClr>
                    </a:solidFill>
                  </a:tcPr>
                </a:tc>
                <a:tc>
                  <a:txBody>
                    <a:bodyPr/>
                    <a:lstStyle/>
                    <a:p>
                      <a:r>
                        <a:rPr lang="en-US" sz="1200" b="0" i="0">
                          <a:latin typeface="Aptos" panose="020B0004020202020204" pitchFamily="34" charset="0"/>
                        </a:rPr>
                        <a:t>85</a:t>
                      </a:r>
                    </a:p>
                  </a:txBody>
                  <a:tcPr anchor="ctr">
                    <a:solidFill>
                      <a:srgbClr val="156082">
                        <a:alpha val="7059"/>
                      </a:srgbClr>
                    </a:solidFill>
                  </a:tcPr>
                </a:tc>
                <a:tc>
                  <a:txBody>
                    <a:bodyPr/>
                    <a:lstStyle/>
                    <a:p>
                      <a:r>
                        <a:rPr lang="en-US" sz="1200" b="0" i="0">
                          <a:latin typeface="Aptos" panose="020B0004020202020204" pitchFamily="34" charset="0"/>
                        </a:rPr>
                        <a:t>88</a:t>
                      </a:r>
                    </a:p>
                  </a:txBody>
                  <a:tcPr anchor="ctr">
                    <a:solidFill>
                      <a:srgbClr val="156082">
                        <a:alpha val="7059"/>
                      </a:srgbClr>
                    </a:solidFill>
                  </a:tcPr>
                </a:tc>
                <a:extLst>
                  <a:ext uri="{0D108BD9-81ED-4DB2-BD59-A6C34878D82A}">
                    <a16:rowId xmlns:a16="http://schemas.microsoft.com/office/drawing/2014/main" val="3873867931"/>
                  </a:ext>
                </a:extLst>
              </a:tr>
              <a:tr h="381258">
                <a:tc>
                  <a:txBody>
                    <a:bodyPr/>
                    <a:lstStyle/>
                    <a:p>
                      <a:r>
                        <a:rPr lang="en-US" sz="1200" b="0" i="0">
                          <a:latin typeface="Aptos" panose="020B0004020202020204" pitchFamily="34" charset="0"/>
                        </a:rPr>
                        <a:t>Knowledge retention</a:t>
                      </a:r>
                    </a:p>
                  </a:txBody>
                  <a:tcPr anchor="ctr"/>
                </a:tc>
                <a:tc>
                  <a:txBody>
                    <a:bodyPr/>
                    <a:lstStyle/>
                    <a:p>
                      <a:r>
                        <a:rPr lang="en-US" sz="1200" b="0" i="0">
                          <a:latin typeface="Aptos" panose="020B0004020202020204" pitchFamily="34" charset="0"/>
                        </a:rPr>
                        <a:t>Percentage (%)</a:t>
                      </a:r>
                    </a:p>
                  </a:txBody>
                  <a:tcPr anchor="ctr"/>
                </a:tc>
                <a:tc>
                  <a:txBody>
                    <a:bodyPr/>
                    <a:lstStyle/>
                    <a:p>
                      <a:r>
                        <a:rPr lang="en-US" sz="1200" b="0" i="0">
                          <a:latin typeface="Aptos" panose="020B0004020202020204" pitchFamily="34" charset="0"/>
                        </a:rPr>
                        <a:t>75</a:t>
                      </a:r>
                    </a:p>
                  </a:txBody>
                  <a:tcPr anchor="ctr"/>
                </a:tc>
                <a:tc>
                  <a:txBody>
                    <a:bodyPr/>
                    <a:lstStyle/>
                    <a:p>
                      <a:r>
                        <a:rPr lang="en-US" sz="1200" b="0" i="0">
                          <a:latin typeface="Aptos" panose="020B0004020202020204" pitchFamily="34" charset="0"/>
                        </a:rPr>
                        <a:t>80</a:t>
                      </a:r>
                    </a:p>
                  </a:txBody>
                  <a:tcPr anchor="ctr"/>
                </a:tc>
                <a:extLst>
                  <a:ext uri="{0D108BD9-81ED-4DB2-BD59-A6C34878D82A}">
                    <a16:rowId xmlns:a16="http://schemas.microsoft.com/office/drawing/2014/main" val="85209771"/>
                  </a:ext>
                </a:extLst>
              </a:tr>
              <a:tr h="381258">
                <a:tc>
                  <a:txBody>
                    <a:bodyPr/>
                    <a:lstStyle/>
                    <a:p>
                      <a:pPr marL="0" algn="l" defTabSz="914400" rtl="0" eaLnBrk="1" latinLnBrk="0" hangingPunct="1"/>
                      <a:r>
                        <a:rPr lang="en-US" sz="1200" b="0" i="0" kern="1200">
                          <a:solidFill>
                            <a:schemeClr val="tx1"/>
                          </a:solidFill>
                          <a:latin typeface="Aptos" panose="020B0004020202020204" pitchFamily="34" charset="0"/>
                          <a:ea typeface="+mn-ea"/>
                          <a:cs typeface="+mn-cs"/>
                        </a:rPr>
                        <a:t>Post-presentation surveys</a:t>
                      </a:r>
                    </a:p>
                  </a:txBody>
                  <a:tcPr anchor="ctr">
                    <a:solidFill>
                      <a:srgbClr val="156082">
                        <a:alpha val="7059"/>
                      </a:srgbClr>
                    </a:solidFill>
                  </a:tcPr>
                </a:tc>
                <a:tc>
                  <a:txBody>
                    <a:bodyPr/>
                    <a:lstStyle/>
                    <a:p>
                      <a:pPr marL="0" algn="l" defTabSz="914400" rtl="0" eaLnBrk="1" latinLnBrk="0" hangingPunct="1"/>
                      <a:r>
                        <a:rPr lang="en-US" sz="1200" b="0" i="0" kern="1200">
                          <a:solidFill>
                            <a:schemeClr val="tx1"/>
                          </a:solidFill>
                          <a:latin typeface="Aptos" panose="020B0004020202020204" pitchFamily="34" charset="0"/>
                          <a:ea typeface="+mn-ea"/>
                          <a:cs typeface="+mn-cs"/>
                        </a:rPr>
                        <a:t>Average rating</a:t>
                      </a:r>
                    </a:p>
                  </a:txBody>
                  <a:tcPr anchor="ctr">
                    <a:solidFill>
                      <a:srgbClr val="156082">
                        <a:alpha val="7059"/>
                      </a:srgbClr>
                    </a:solidFill>
                  </a:tcPr>
                </a:tc>
                <a:tc>
                  <a:txBody>
                    <a:bodyPr/>
                    <a:lstStyle/>
                    <a:p>
                      <a:pPr marL="0" algn="l" defTabSz="914400" rtl="0" eaLnBrk="1" latinLnBrk="0" hangingPunct="1"/>
                      <a:r>
                        <a:rPr lang="en-US" sz="1200" b="0" i="0" kern="1200">
                          <a:solidFill>
                            <a:schemeClr val="tx1"/>
                          </a:solidFill>
                          <a:latin typeface="Aptos" panose="020B0004020202020204" pitchFamily="34" charset="0"/>
                          <a:ea typeface="+mn-ea"/>
                          <a:cs typeface="+mn-cs"/>
                        </a:rPr>
                        <a:t>4.2</a:t>
                      </a:r>
                    </a:p>
                  </a:txBody>
                  <a:tcPr anchor="ctr">
                    <a:solidFill>
                      <a:srgbClr val="156082">
                        <a:alpha val="7059"/>
                      </a:srgbClr>
                    </a:solidFill>
                  </a:tcPr>
                </a:tc>
                <a:tc>
                  <a:txBody>
                    <a:bodyPr/>
                    <a:lstStyle/>
                    <a:p>
                      <a:pPr marL="0" algn="l" defTabSz="914400" rtl="0" eaLnBrk="1" latinLnBrk="0" hangingPunct="1"/>
                      <a:r>
                        <a:rPr lang="en-US" sz="1200" b="0" i="0" kern="1200">
                          <a:solidFill>
                            <a:schemeClr val="tx1"/>
                          </a:solidFill>
                          <a:latin typeface="Aptos" panose="020B0004020202020204" pitchFamily="34" charset="0"/>
                          <a:ea typeface="+mn-ea"/>
                          <a:cs typeface="+mn-cs"/>
                        </a:rPr>
                        <a:t>4.5</a:t>
                      </a:r>
                    </a:p>
                  </a:txBody>
                  <a:tcPr anchor="ctr">
                    <a:solidFill>
                      <a:srgbClr val="156082">
                        <a:alpha val="7059"/>
                      </a:srgbClr>
                    </a:solidFill>
                  </a:tcPr>
                </a:tc>
                <a:extLst>
                  <a:ext uri="{0D108BD9-81ED-4DB2-BD59-A6C34878D82A}">
                    <a16:rowId xmlns:a16="http://schemas.microsoft.com/office/drawing/2014/main" val="4061031278"/>
                  </a:ext>
                </a:extLst>
              </a:tr>
              <a:tr h="381258">
                <a:tc>
                  <a:txBody>
                    <a:bodyPr/>
                    <a:lstStyle/>
                    <a:p>
                      <a:r>
                        <a:rPr lang="en-US" sz="1200" b="0" i="0">
                          <a:latin typeface="Aptos" panose="020B0004020202020204" pitchFamily="34" charset="0"/>
                        </a:rPr>
                        <a:t>Referral rate</a:t>
                      </a:r>
                    </a:p>
                  </a:txBody>
                  <a:tcPr anchor="ctr"/>
                </a:tc>
                <a:tc>
                  <a:txBody>
                    <a:bodyPr/>
                    <a:lstStyle/>
                    <a:p>
                      <a:r>
                        <a:rPr lang="en-US" sz="1200" b="0" i="0">
                          <a:latin typeface="Aptos" panose="020B0004020202020204" pitchFamily="34" charset="0"/>
                        </a:rPr>
                        <a:t>Percentage (%)</a:t>
                      </a:r>
                    </a:p>
                  </a:txBody>
                  <a:tcPr anchor="ctr"/>
                </a:tc>
                <a:tc>
                  <a:txBody>
                    <a:bodyPr/>
                    <a:lstStyle/>
                    <a:p>
                      <a:r>
                        <a:rPr lang="en-US" sz="1200" b="0" i="0">
                          <a:latin typeface="Aptos" panose="020B0004020202020204" pitchFamily="34" charset="0"/>
                        </a:rPr>
                        <a:t>10</a:t>
                      </a:r>
                    </a:p>
                  </a:txBody>
                  <a:tcPr anchor="ctr"/>
                </a:tc>
                <a:tc>
                  <a:txBody>
                    <a:bodyPr/>
                    <a:lstStyle/>
                    <a:p>
                      <a:r>
                        <a:rPr lang="en-US" sz="1200" b="0" i="0">
                          <a:latin typeface="Aptos" panose="020B0004020202020204" pitchFamily="34" charset="0"/>
                        </a:rPr>
                        <a:t>12</a:t>
                      </a:r>
                    </a:p>
                  </a:txBody>
                  <a:tcPr anchor="ctr"/>
                </a:tc>
                <a:extLst>
                  <a:ext uri="{0D108BD9-81ED-4DB2-BD59-A6C34878D82A}">
                    <a16:rowId xmlns:a16="http://schemas.microsoft.com/office/drawing/2014/main" val="3591840781"/>
                  </a:ext>
                </a:extLst>
              </a:tr>
              <a:tr h="381258">
                <a:tc>
                  <a:txBody>
                    <a:bodyPr/>
                    <a:lstStyle/>
                    <a:p>
                      <a:r>
                        <a:rPr lang="en-US" sz="1200" b="0" i="0">
                          <a:latin typeface="Aptos" panose="020B0004020202020204" pitchFamily="34" charset="0"/>
                        </a:rPr>
                        <a:t>Collaboration opportunities</a:t>
                      </a:r>
                    </a:p>
                  </a:txBody>
                  <a:tcPr anchor="ctr">
                    <a:solidFill>
                      <a:srgbClr val="156082">
                        <a:alpha val="7059"/>
                      </a:srgbClr>
                    </a:solidFill>
                  </a:tcPr>
                </a:tc>
                <a:tc>
                  <a:txBody>
                    <a:bodyPr/>
                    <a:lstStyle/>
                    <a:p>
                      <a:r>
                        <a:rPr lang="en-US" sz="1200" b="0" i="0">
                          <a:latin typeface="Aptos" panose="020B0004020202020204" pitchFamily="34" charset="0"/>
                        </a:rPr>
                        <a:t># of opportunities</a:t>
                      </a:r>
                    </a:p>
                  </a:txBody>
                  <a:tcPr anchor="ctr">
                    <a:solidFill>
                      <a:srgbClr val="156082">
                        <a:alpha val="7059"/>
                      </a:srgbClr>
                    </a:solidFill>
                  </a:tcPr>
                </a:tc>
                <a:tc>
                  <a:txBody>
                    <a:bodyPr/>
                    <a:lstStyle/>
                    <a:p>
                      <a:r>
                        <a:rPr lang="en-US" sz="1200" b="0" i="0">
                          <a:latin typeface="Aptos" panose="020B0004020202020204" pitchFamily="34" charset="0"/>
                        </a:rPr>
                        <a:t>8</a:t>
                      </a:r>
                    </a:p>
                  </a:txBody>
                  <a:tcPr anchor="ctr">
                    <a:solidFill>
                      <a:srgbClr val="156082">
                        <a:alpha val="7059"/>
                      </a:srgbClr>
                    </a:solidFill>
                  </a:tcPr>
                </a:tc>
                <a:tc>
                  <a:txBody>
                    <a:bodyPr/>
                    <a:lstStyle/>
                    <a:p>
                      <a:r>
                        <a:rPr lang="en-US" sz="1200" b="0" i="0">
                          <a:latin typeface="Aptos" panose="020B0004020202020204" pitchFamily="34" charset="0"/>
                        </a:rPr>
                        <a:t>10</a:t>
                      </a:r>
                    </a:p>
                  </a:txBody>
                  <a:tcPr anchor="ctr">
                    <a:solidFill>
                      <a:srgbClr val="156082">
                        <a:alpha val="7059"/>
                      </a:srgbClr>
                    </a:solidFill>
                  </a:tcPr>
                </a:tc>
                <a:extLst>
                  <a:ext uri="{0D108BD9-81ED-4DB2-BD59-A6C34878D82A}">
                    <a16:rowId xmlns:a16="http://schemas.microsoft.com/office/drawing/2014/main" val="335389741"/>
                  </a:ext>
                </a:extLst>
              </a:tr>
              <a:tr h="381258">
                <a:tc>
                  <a:txBody>
                    <a:bodyPr/>
                    <a:lstStyle/>
                    <a:p>
                      <a:r>
                        <a:rPr lang="en-US" sz="1200" b="0" i="0">
                          <a:latin typeface="Aptos" panose="020B0004020202020204" pitchFamily="34" charset="0"/>
                        </a:rPr>
                        <a:t>Referral rate</a:t>
                      </a:r>
                    </a:p>
                  </a:txBody>
                  <a:tcPr anchor="ctr">
                    <a:solidFill>
                      <a:schemeClr val="bg1">
                        <a:alpha val="7059"/>
                      </a:schemeClr>
                    </a:solidFill>
                  </a:tcPr>
                </a:tc>
                <a:tc>
                  <a:txBody>
                    <a:bodyPr/>
                    <a:lstStyle/>
                    <a:p>
                      <a:r>
                        <a:rPr lang="en-US" sz="1200" b="0" i="0">
                          <a:latin typeface="Aptos" panose="020B0004020202020204" pitchFamily="34" charset="0"/>
                        </a:rPr>
                        <a:t>Percentage (%)</a:t>
                      </a:r>
                    </a:p>
                  </a:txBody>
                  <a:tcPr anchor="ctr">
                    <a:solidFill>
                      <a:schemeClr val="bg1">
                        <a:alpha val="7059"/>
                      </a:schemeClr>
                    </a:solidFill>
                  </a:tcPr>
                </a:tc>
                <a:tc>
                  <a:txBody>
                    <a:bodyPr/>
                    <a:lstStyle/>
                    <a:p>
                      <a:r>
                        <a:rPr lang="en-US" sz="1200" b="0" i="0">
                          <a:latin typeface="Aptos" panose="020B0004020202020204" pitchFamily="34" charset="0"/>
                        </a:rPr>
                        <a:t>10</a:t>
                      </a:r>
                    </a:p>
                  </a:txBody>
                  <a:tcPr anchor="ctr">
                    <a:solidFill>
                      <a:schemeClr val="bg1">
                        <a:alpha val="7059"/>
                      </a:schemeClr>
                    </a:solidFill>
                  </a:tcPr>
                </a:tc>
                <a:tc>
                  <a:txBody>
                    <a:bodyPr/>
                    <a:lstStyle/>
                    <a:p>
                      <a:r>
                        <a:rPr lang="en-US" sz="1200" b="0" i="0">
                          <a:latin typeface="Aptos" panose="020B0004020202020204" pitchFamily="34" charset="0"/>
                        </a:rPr>
                        <a:t>12</a:t>
                      </a:r>
                    </a:p>
                  </a:txBody>
                  <a:tcPr anchor="ctr">
                    <a:solidFill>
                      <a:schemeClr val="bg1">
                        <a:alpha val="7059"/>
                      </a:schemeClr>
                    </a:solidFill>
                  </a:tcPr>
                </a:tc>
                <a:extLst>
                  <a:ext uri="{0D108BD9-81ED-4DB2-BD59-A6C34878D82A}">
                    <a16:rowId xmlns:a16="http://schemas.microsoft.com/office/drawing/2014/main" val="3871608351"/>
                  </a:ext>
                </a:extLst>
              </a:tr>
              <a:tr h="381258">
                <a:tc>
                  <a:txBody>
                    <a:bodyPr/>
                    <a:lstStyle/>
                    <a:p>
                      <a:pPr marL="0" algn="l" defTabSz="914400" rtl="0" eaLnBrk="1" latinLnBrk="0" hangingPunct="1"/>
                      <a:r>
                        <a:rPr lang="en-US" sz="1200" b="0" i="0" kern="1200">
                          <a:solidFill>
                            <a:schemeClr val="tx1"/>
                          </a:solidFill>
                          <a:latin typeface="Aptos" panose="020B0004020202020204" pitchFamily="34" charset="0"/>
                          <a:ea typeface="+mn-ea"/>
                          <a:cs typeface="+mn-cs"/>
                        </a:rPr>
                        <a:t>Post-presentation surveys</a:t>
                      </a:r>
                    </a:p>
                  </a:txBody>
                  <a:tcPr anchor="ctr">
                    <a:solidFill>
                      <a:srgbClr val="EEF4F6"/>
                    </a:solidFill>
                  </a:tcPr>
                </a:tc>
                <a:tc>
                  <a:txBody>
                    <a:bodyPr/>
                    <a:lstStyle/>
                    <a:p>
                      <a:pPr marL="0" algn="l" defTabSz="914400" rtl="0" eaLnBrk="1" latinLnBrk="0" hangingPunct="1"/>
                      <a:r>
                        <a:rPr lang="en-US" sz="1200" b="0" i="0" kern="1200">
                          <a:solidFill>
                            <a:schemeClr val="tx1"/>
                          </a:solidFill>
                          <a:latin typeface="Aptos" panose="020B0004020202020204" pitchFamily="34" charset="0"/>
                          <a:ea typeface="+mn-ea"/>
                          <a:cs typeface="+mn-cs"/>
                        </a:rPr>
                        <a:t>Average rating</a:t>
                      </a:r>
                    </a:p>
                  </a:txBody>
                  <a:tcPr anchor="ctr">
                    <a:solidFill>
                      <a:srgbClr val="EEF4F6"/>
                    </a:solidFill>
                  </a:tcPr>
                </a:tc>
                <a:tc>
                  <a:txBody>
                    <a:bodyPr/>
                    <a:lstStyle/>
                    <a:p>
                      <a:pPr marL="0" algn="l" defTabSz="914400" rtl="0" eaLnBrk="1" latinLnBrk="0" hangingPunct="1"/>
                      <a:r>
                        <a:rPr lang="en-US" sz="1200" b="0" i="0" kern="1200">
                          <a:solidFill>
                            <a:schemeClr val="tx1"/>
                          </a:solidFill>
                          <a:latin typeface="Aptos" panose="020B0004020202020204" pitchFamily="34" charset="0"/>
                          <a:ea typeface="+mn-ea"/>
                          <a:cs typeface="+mn-cs"/>
                        </a:rPr>
                        <a:t>4.2</a:t>
                      </a:r>
                    </a:p>
                  </a:txBody>
                  <a:tcPr anchor="ctr">
                    <a:solidFill>
                      <a:srgbClr val="EEF4F6"/>
                    </a:solidFill>
                  </a:tcPr>
                </a:tc>
                <a:tc>
                  <a:txBody>
                    <a:bodyPr/>
                    <a:lstStyle/>
                    <a:p>
                      <a:pPr marL="0" algn="l" defTabSz="914400" rtl="0" eaLnBrk="1" latinLnBrk="0" hangingPunct="1"/>
                      <a:r>
                        <a:rPr lang="en-US" sz="1200" b="0" i="0" kern="1200">
                          <a:solidFill>
                            <a:schemeClr val="tx1"/>
                          </a:solidFill>
                          <a:latin typeface="Aptos" panose="020B0004020202020204" pitchFamily="34" charset="0"/>
                          <a:ea typeface="+mn-ea"/>
                          <a:cs typeface="+mn-cs"/>
                        </a:rPr>
                        <a:t>4.5</a:t>
                      </a:r>
                    </a:p>
                  </a:txBody>
                  <a:tcPr anchor="ctr">
                    <a:solidFill>
                      <a:srgbClr val="EEF4F6"/>
                    </a:solidFill>
                  </a:tcPr>
                </a:tc>
                <a:extLst>
                  <a:ext uri="{0D108BD9-81ED-4DB2-BD59-A6C34878D82A}">
                    <a16:rowId xmlns:a16="http://schemas.microsoft.com/office/drawing/2014/main" val="916450115"/>
                  </a:ext>
                </a:extLst>
              </a:tr>
            </a:tbl>
          </a:graphicData>
        </a:graphic>
      </p:graphicFrame>
      <p:sp>
        <p:nvSpPr>
          <p:cNvPr id="5" name="TextBox 4">
            <a:extLst>
              <a:ext uri="{FF2B5EF4-FFF2-40B4-BE49-F238E27FC236}">
                <a16:creationId xmlns:a16="http://schemas.microsoft.com/office/drawing/2014/main" id="{3D5646BB-0BFA-59DB-1AF8-8AF1DF94280C}"/>
              </a:ext>
            </a:extLst>
          </p:cNvPr>
          <p:cNvSpPr txBox="1"/>
          <p:nvPr/>
        </p:nvSpPr>
        <p:spPr>
          <a:xfrm>
            <a:off x="344680" y="173343"/>
            <a:ext cx="11502640" cy="523220"/>
          </a:xfrm>
          <a:prstGeom prst="rect">
            <a:avLst/>
          </a:prstGeom>
          <a:noFill/>
        </p:spPr>
        <p:txBody>
          <a:bodyPr wrap="square" rtlCol="0">
            <a:spAutoFit/>
          </a:bodyPr>
          <a:lstStyle/>
          <a:p>
            <a:r>
              <a:rPr lang="en-US" sz="2800" b="1" spc="-150">
                <a:solidFill>
                  <a:srgbClr val="033E39"/>
                </a:solidFill>
                <a:latin typeface="Aptos" panose="020B0004020202020204" pitchFamily="34" charset="0"/>
              </a:rPr>
              <a:t>Table Style</a:t>
            </a:r>
          </a:p>
        </p:txBody>
      </p:sp>
    </p:spTree>
    <p:extLst>
      <p:ext uri="{BB962C8B-B14F-4D97-AF65-F5344CB8AC3E}">
        <p14:creationId xmlns:p14="http://schemas.microsoft.com/office/powerpoint/2010/main" val="2746301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8EB4A-8209-8C82-5817-4A50677BE5BF}"/>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15282C52-EF6C-C5E8-5FAC-88148502EA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112" y="1499683"/>
            <a:ext cx="8468403" cy="4291732"/>
          </a:xfrm>
          <a:prstGeom prst="rect">
            <a:avLst/>
          </a:prstGeom>
        </p:spPr>
      </p:pic>
      <p:sp>
        <p:nvSpPr>
          <p:cNvPr id="2" name="Title 1">
            <a:extLst>
              <a:ext uri="{FF2B5EF4-FFF2-40B4-BE49-F238E27FC236}">
                <a16:creationId xmlns:a16="http://schemas.microsoft.com/office/drawing/2014/main" id="{B6F7D4DD-0DF5-643C-1A5A-B50A7AD16634}"/>
              </a:ext>
            </a:extLst>
          </p:cNvPr>
          <p:cNvSpPr txBox="1">
            <a:spLocks/>
          </p:cNvSpPr>
          <p:nvPr/>
        </p:nvSpPr>
        <p:spPr>
          <a:xfrm>
            <a:off x="4685306" y="657798"/>
            <a:ext cx="2821389" cy="84772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b="1">
                <a:latin typeface="Aptos Display" panose="020B0004020202020204" pitchFamily="34" charset="0"/>
                <a:ea typeface="+mn-ea"/>
                <a:cs typeface="+mn-cs"/>
              </a:rPr>
              <a:t>Thank You</a:t>
            </a:r>
          </a:p>
        </p:txBody>
      </p:sp>
      <p:sp>
        <p:nvSpPr>
          <p:cNvPr id="6" name="TextBox 5">
            <a:extLst>
              <a:ext uri="{FF2B5EF4-FFF2-40B4-BE49-F238E27FC236}">
                <a16:creationId xmlns:a16="http://schemas.microsoft.com/office/drawing/2014/main" id="{0B3C9312-EC55-E878-09FD-91A9B77CA38E}"/>
              </a:ext>
            </a:extLst>
          </p:cNvPr>
          <p:cNvSpPr txBox="1"/>
          <p:nvPr/>
        </p:nvSpPr>
        <p:spPr>
          <a:xfrm>
            <a:off x="486308" y="1739645"/>
            <a:ext cx="3436433" cy="1038224"/>
          </a:xfrm>
          <a:prstGeom prst="rect">
            <a:avLst/>
          </a:prstGeom>
          <a:solidFill>
            <a:srgbClr val="ECF6FE">
              <a:alpha val="89804"/>
            </a:srgbClr>
          </a:solidFill>
          <a:ln w="15875" cap="rnd">
            <a:solidFill>
              <a:srgbClr val="B5DBF9"/>
            </a:solidFill>
            <a:prstDash val="dash"/>
          </a:ln>
        </p:spPr>
        <p:txBody>
          <a:bodyPr wrap="none" lIns="180000" tIns="180000" rIns="180000" bIns="180000" rtlCol="0" anchor="ctr" anchorCtr="1">
            <a:noAutofit/>
          </a:bodyPr>
          <a:lstStyle>
            <a:defPPr>
              <a:defRPr lang="en-US"/>
            </a:defPPr>
            <a:lvl1pPr algn="ctr">
              <a:lnSpc>
                <a:spcPts val="2000"/>
              </a:lnSpc>
              <a:defRPr sz="1600"/>
            </a:lvl1pPr>
          </a:lstStyle>
          <a:p>
            <a:r>
              <a:rPr lang="en-US" sz="1400">
                <a:latin typeface="Aptos" panose="020B0004020202020204" pitchFamily="34" charset="0"/>
              </a:rPr>
              <a:t>3020 Old Ranch Pkwy.</a:t>
            </a:r>
          </a:p>
          <a:p>
            <a:r>
              <a:rPr lang="en-US" sz="1400">
                <a:latin typeface="Aptos" panose="020B0004020202020204" pitchFamily="34" charset="0"/>
              </a:rPr>
              <a:t>Suite 300, Seal Beach, CA 90740</a:t>
            </a:r>
            <a:endParaRPr lang="en-IN" sz="1400">
              <a:latin typeface="Aptos" panose="020B0004020202020204" pitchFamily="34" charset="0"/>
            </a:endParaRPr>
          </a:p>
        </p:txBody>
      </p:sp>
      <p:sp>
        <p:nvSpPr>
          <p:cNvPr id="11" name="TextBox 10">
            <a:extLst>
              <a:ext uri="{FF2B5EF4-FFF2-40B4-BE49-F238E27FC236}">
                <a16:creationId xmlns:a16="http://schemas.microsoft.com/office/drawing/2014/main" id="{64E7B4E9-128A-5EAC-C570-90CC491D9496}"/>
              </a:ext>
            </a:extLst>
          </p:cNvPr>
          <p:cNvSpPr txBox="1"/>
          <p:nvPr/>
        </p:nvSpPr>
        <p:spPr>
          <a:xfrm>
            <a:off x="4307645" y="1739643"/>
            <a:ext cx="3436433" cy="1038224"/>
          </a:xfrm>
          <a:prstGeom prst="rect">
            <a:avLst/>
          </a:prstGeom>
          <a:solidFill>
            <a:srgbClr val="ECF6FE">
              <a:alpha val="89804"/>
            </a:srgbClr>
          </a:solidFill>
          <a:ln w="15875" cap="rnd">
            <a:solidFill>
              <a:srgbClr val="B5DBF9"/>
            </a:solidFill>
            <a:prstDash val="dash"/>
          </a:ln>
        </p:spPr>
        <p:txBody>
          <a:bodyPr wrap="none" lIns="180000" tIns="180000" rIns="180000" bIns="180000" rtlCol="0" anchor="ctr" anchorCtr="1">
            <a:noAutofit/>
          </a:bodyPr>
          <a:lstStyle>
            <a:defPPr>
              <a:defRPr lang="en-US"/>
            </a:defPPr>
            <a:lvl1pPr algn="ctr">
              <a:lnSpc>
                <a:spcPts val="2000"/>
              </a:lnSpc>
              <a:defRPr sz="1600"/>
            </a:lvl1pPr>
          </a:lstStyle>
          <a:p>
            <a:r>
              <a:rPr lang="en-US" sz="1400">
                <a:latin typeface="Aptos" panose="020B0004020202020204" pitchFamily="34" charset="0"/>
              </a:rPr>
              <a:t>3602 Inland Empire Blvd., Suite C200, </a:t>
            </a:r>
            <a:br>
              <a:rPr lang="en-US" sz="1400">
                <a:latin typeface="Aptos" panose="020B0004020202020204" pitchFamily="34" charset="0"/>
              </a:rPr>
            </a:br>
            <a:r>
              <a:rPr lang="en-US" sz="1400">
                <a:latin typeface="Aptos" panose="020B0004020202020204" pitchFamily="34" charset="0"/>
              </a:rPr>
              <a:t>Ontario, CA 91764, United States</a:t>
            </a:r>
            <a:endParaRPr lang="en-IN" sz="1400">
              <a:latin typeface="Aptos" panose="020B0004020202020204" pitchFamily="34" charset="0"/>
            </a:endParaRPr>
          </a:p>
        </p:txBody>
      </p:sp>
      <p:sp>
        <p:nvSpPr>
          <p:cNvPr id="12" name="TextBox 11">
            <a:extLst>
              <a:ext uri="{FF2B5EF4-FFF2-40B4-BE49-F238E27FC236}">
                <a16:creationId xmlns:a16="http://schemas.microsoft.com/office/drawing/2014/main" id="{A2E98D5B-0E6A-43A2-C759-3FCE3A262A0F}"/>
              </a:ext>
            </a:extLst>
          </p:cNvPr>
          <p:cNvSpPr txBox="1"/>
          <p:nvPr/>
        </p:nvSpPr>
        <p:spPr>
          <a:xfrm>
            <a:off x="8128983" y="1739644"/>
            <a:ext cx="3436433" cy="1038224"/>
          </a:xfrm>
          <a:prstGeom prst="rect">
            <a:avLst/>
          </a:prstGeom>
          <a:solidFill>
            <a:srgbClr val="ECF6FE">
              <a:alpha val="89804"/>
            </a:srgbClr>
          </a:solidFill>
          <a:ln w="15875" cap="rnd">
            <a:solidFill>
              <a:srgbClr val="B5DBF9"/>
            </a:solidFill>
            <a:prstDash val="dash"/>
          </a:ln>
        </p:spPr>
        <p:txBody>
          <a:bodyPr wrap="none" lIns="180000" tIns="180000" rIns="180000" bIns="180000" rtlCol="0" anchor="ctr" anchorCtr="1">
            <a:noAutofit/>
          </a:bodyPr>
          <a:lstStyle>
            <a:defPPr>
              <a:defRPr lang="en-US"/>
            </a:defPPr>
            <a:lvl1pPr algn="ctr">
              <a:lnSpc>
                <a:spcPts val="2000"/>
              </a:lnSpc>
              <a:defRPr sz="1600"/>
            </a:lvl1pPr>
          </a:lstStyle>
          <a:p>
            <a:r>
              <a:rPr lang="en-US" sz="1400">
                <a:latin typeface="Aptos" panose="020B0004020202020204" pitchFamily="34" charset="0"/>
              </a:rPr>
              <a:t>611 Gateway Blvd, Suite 120, </a:t>
            </a:r>
          </a:p>
          <a:p>
            <a:r>
              <a:rPr lang="en-US" sz="1400">
                <a:latin typeface="Aptos" panose="020B0004020202020204" pitchFamily="34" charset="0"/>
              </a:rPr>
              <a:t>South San Francisco, CA 94080</a:t>
            </a:r>
            <a:endParaRPr lang="en-IN" sz="1400">
              <a:latin typeface="Aptos" panose="020B0004020202020204" pitchFamily="34" charset="0"/>
            </a:endParaRPr>
          </a:p>
        </p:txBody>
      </p:sp>
      <p:sp>
        <p:nvSpPr>
          <p:cNvPr id="13" name="TextBox 12">
            <a:extLst>
              <a:ext uri="{FF2B5EF4-FFF2-40B4-BE49-F238E27FC236}">
                <a16:creationId xmlns:a16="http://schemas.microsoft.com/office/drawing/2014/main" id="{0073177A-D24F-71D4-FB91-40D7F7189757}"/>
              </a:ext>
            </a:extLst>
          </p:cNvPr>
          <p:cNvSpPr txBox="1"/>
          <p:nvPr/>
        </p:nvSpPr>
        <p:spPr>
          <a:xfrm>
            <a:off x="486308" y="3123715"/>
            <a:ext cx="3436433" cy="1038224"/>
          </a:xfrm>
          <a:prstGeom prst="rect">
            <a:avLst/>
          </a:prstGeom>
          <a:solidFill>
            <a:srgbClr val="ECF6FE">
              <a:alpha val="89804"/>
            </a:srgbClr>
          </a:solidFill>
          <a:ln w="15875" cap="rnd">
            <a:solidFill>
              <a:srgbClr val="B5DBF9"/>
            </a:solidFill>
            <a:prstDash val="dash"/>
          </a:ln>
        </p:spPr>
        <p:txBody>
          <a:bodyPr wrap="none" lIns="180000" tIns="180000" rIns="180000" bIns="180000" rtlCol="0" anchor="ctr" anchorCtr="1">
            <a:noAutofit/>
          </a:bodyPr>
          <a:lstStyle>
            <a:defPPr>
              <a:defRPr lang="en-US"/>
            </a:defPPr>
            <a:lvl1pPr algn="ctr">
              <a:lnSpc>
                <a:spcPts val="2000"/>
              </a:lnSpc>
              <a:defRPr sz="1600"/>
            </a:lvl1pPr>
          </a:lstStyle>
          <a:p>
            <a:r>
              <a:rPr lang="nn-NO" sz="1400">
                <a:latin typeface="Aptos" panose="020B0004020202020204" pitchFamily="34" charset="0"/>
              </a:rPr>
              <a:t>Info Park Phase-II,</a:t>
            </a:r>
          </a:p>
          <a:p>
            <a:r>
              <a:rPr lang="nn-NO" sz="1400">
                <a:latin typeface="Aptos" panose="020B0004020202020204" pitchFamily="34" charset="0"/>
              </a:rPr>
              <a:t>Kakkanad, Kochi, India</a:t>
            </a:r>
            <a:endParaRPr lang="en-IN" sz="1400">
              <a:latin typeface="Aptos" panose="020B0004020202020204" pitchFamily="34" charset="0"/>
            </a:endParaRPr>
          </a:p>
        </p:txBody>
      </p:sp>
      <p:sp>
        <p:nvSpPr>
          <p:cNvPr id="14" name="TextBox 13">
            <a:extLst>
              <a:ext uri="{FF2B5EF4-FFF2-40B4-BE49-F238E27FC236}">
                <a16:creationId xmlns:a16="http://schemas.microsoft.com/office/drawing/2014/main" id="{FBE27CE7-25FD-694B-122D-CA542B7D4F57}"/>
              </a:ext>
            </a:extLst>
          </p:cNvPr>
          <p:cNvSpPr txBox="1"/>
          <p:nvPr/>
        </p:nvSpPr>
        <p:spPr>
          <a:xfrm>
            <a:off x="4307645" y="3123713"/>
            <a:ext cx="3436433" cy="1038224"/>
          </a:xfrm>
          <a:prstGeom prst="rect">
            <a:avLst/>
          </a:prstGeom>
          <a:solidFill>
            <a:srgbClr val="ECF6FE">
              <a:alpha val="89804"/>
            </a:srgbClr>
          </a:solidFill>
          <a:ln w="15875" cap="rnd">
            <a:solidFill>
              <a:srgbClr val="B5DBF9"/>
            </a:solidFill>
            <a:prstDash val="dash"/>
          </a:ln>
        </p:spPr>
        <p:txBody>
          <a:bodyPr wrap="none" lIns="180000" tIns="180000" rIns="180000" bIns="180000" rtlCol="0" anchor="ctr" anchorCtr="1">
            <a:noAutofit/>
          </a:bodyPr>
          <a:lstStyle>
            <a:defPPr>
              <a:defRPr lang="en-US"/>
            </a:defPPr>
            <a:lvl1pPr algn="ctr">
              <a:lnSpc>
                <a:spcPts val="2000"/>
              </a:lnSpc>
              <a:defRPr sz="1600"/>
            </a:lvl1pPr>
          </a:lstStyle>
          <a:p>
            <a:r>
              <a:rPr lang="en-US" sz="1400">
                <a:latin typeface="Aptos" panose="020B0004020202020204" pitchFamily="34" charset="0"/>
              </a:rPr>
              <a:t>Yamuna, Technopark Phase III</a:t>
            </a:r>
          </a:p>
          <a:p>
            <a:r>
              <a:rPr lang="en-US" sz="1400">
                <a:latin typeface="Aptos" panose="020B0004020202020204" pitchFamily="34" charset="0"/>
              </a:rPr>
              <a:t>Trivandrum, India</a:t>
            </a:r>
            <a:endParaRPr lang="en-IN" sz="1400">
              <a:latin typeface="Aptos" panose="020B0004020202020204" pitchFamily="34" charset="0"/>
            </a:endParaRPr>
          </a:p>
        </p:txBody>
      </p:sp>
      <p:sp>
        <p:nvSpPr>
          <p:cNvPr id="4" name="TextBox 3">
            <a:extLst>
              <a:ext uri="{FF2B5EF4-FFF2-40B4-BE49-F238E27FC236}">
                <a16:creationId xmlns:a16="http://schemas.microsoft.com/office/drawing/2014/main" id="{A1E0B02C-1845-9569-CF05-E481068012B0}"/>
              </a:ext>
            </a:extLst>
          </p:cNvPr>
          <p:cNvSpPr txBox="1"/>
          <p:nvPr/>
        </p:nvSpPr>
        <p:spPr>
          <a:xfrm>
            <a:off x="8124441" y="3123713"/>
            <a:ext cx="3436433" cy="1038224"/>
          </a:xfrm>
          <a:prstGeom prst="rect">
            <a:avLst/>
          </a:prstGeom>
          <a:solidFill>
            <a:srgbClr val="ECF6FE">
              <a:alpha val="89804"/>
            </a:srgbClr>
          </a:solidFill>
          <a:ln w="15875" cap="rnd">
            <a:solidFill>
              <a:srgbClr val="B5DBF9"/>
            </a:solidFill>
            <a:prstDash val="dash"/>
          </a:ln>
        </p:spPr>
        <p:txBody>
          <a:bodyPr wrap="none" lIns="180000" tIns="180000" rIns="180000" bIns="180000" rtlCol="0" anchor="ctr" anchorCtr="1">
            <a:noAutofit/>
          </a:bodyPr>
          <a:lstStyle>
            <a:defPPr>
              <a:defRPr lang="en-US"/>
            </a:defPPr>
            <a:lvl1pPr algn="ctr">
              <a:lnSpc>
                <a:spcPts val="2000"/>
              </a:lnSpc>
              <a:defRPr sz="1600"/>
            </a:lvl1pPr>
          </a:lstStyle>
          <a:p>
            <a:endParaRPr lang="en-US" sz="1400" dirty="0">
              <a:latin typeface="Aptos"/>
            </a:endParaRPr>
          </a:p>
          <a:p>
            <a:r>
              <a:rPr lang="en-US" sz="1400" dirty="0">
                <a:latin typeface="Aptos"/>
              </a:rPr>
              <a:t>34-35 Hatton Garden, Holborn, </a:t>
            </a:r>
            <a:endParaRPr lang="en-US" dirty="0"/>
          </a:p>
          <a:p>
            <a:r>
              <a:rPr lang="en-US" sz="1400" dirty="0">
                <a:latin typeface="Aptos"/>
              </a:rPr>
              <a:t>London EC1N 8DX</a:t>
            </a:r>
            <a:endParaRPr lang="en-US" dirty="0"/>
          </a:p>
          <a:p>
            <a:endParaRPr lang="en-US" sz="1400" dirty="0">
              <a:latin typeface="Aptos"/>
            </a:endParaRPr>
          </a:p>
        </p:txBody>
      </p:sp>
      <p:sp>
        <p:nvSpPr>
          <p:cNvPr id="9" name="TextBox 8">
            <a:extLst>
              <a:ext uri="{FF2B5EF4-FFF2-40B4-BE49-F238E27FC236}">
                <a16:creationId xmlns:a16="http://schemas.microsoft.com/office/drawing/2014/main" id="{B9A702F8-A141-E729-404F-F277A3C897DE}"/>
              </a:ext>
            </a:extLst>
          </p:cNvPr>
          <p:cNvSpPr txBox="1"/>
          <p:nvPr/>
        </p:nvSpPr>
        <p:spPr>
          <a:xfrm>
            <a:off x="338958" y="5813290"/>
            <a:ext cx="2376810" cy="338554"/>
          </a:xfrm>
          <a:prstGeom prst="rect">
            <a:avLst/>
          </a:prstGeom>
          <a:noFill/>
        </p:spPr>
        <p:txBody>
          <a:bodyPr wrap="square" lIns="91440" tIns="45720" rIns="91440" bIns="45720" rtlCol="0" anchor="t">
            <a:spAutoFit/>
          </a:bodyPr>
          <a:lstStyle/>
          <a:p>
            <a:r>
              <a:rPr lang="en-IN" sz="1600" b="1">
                <a:solidFill>
                  <a:srgbClr val="0CA48B"/>
                </a:solidFill>
              </a:rPr>
              <a:t>contactus@thinkbio.ai</a:t>
            </a:r>
          </a:p>
        </p:txBody>
      </p:sp>
      <p:sp>
        <p:nvSpPr>
          <p:cNvPr id="18" name="TextBox 17">
            <a:extLst>
              <a:ext uri="{FF2B5EF4-FFF2-40B4-BE49-F238E27FC236}">
                <a16:creationId xmlns:a16="http://schemas.microsoft.com/office/drawing/2014/main" id="{E6E5F2ED-A05D-5833-7831-84555E140F4D}"/>
              </a:ext>
            </a:extLst>
          </p:cNvPr>
          <p:cNvSpPr txBox="1"/>
          <p:nvPr/>
        </p:nvSpPr>
        <p:spPr>
          <a:xfrm>
            <a:off x="10094976" y="5813290"/>
            <a:ext cx="1758066" cy="338554"/>
          </a:xfrm>
          <a:prstGeom prst="rect">
            <a:avLst/>
          </a:prstGeom>
          <a:noFill/>
        </p:spPr>
        <p:txBody>
          <a:bodyPr wrap="square" rtlCol="0">
            <a:spAutoFit/>
          </a:bodyPr>
          <a:lstStyle/>
          <a:p>
            <a:pPr algn="r"/>
            <a:r>
              <a:rPr lang="en-IN" sz="1600" b="1">
                <a:solidFill>
                  <a:srgbClr val="0CA48B"/>
                </a:solidFill>
              </a:rPr>
              <a:t>+1- 909-303-3338</a:t>
            </a:r>
          </a:p>
        </p:txBody>
      </p:sp>
    </p:spTree>
    <p:extLst>
      <p:ext uri="{BB962C8B-B14F-4D97-AF65-F5344CB8AC3E}">
        <p14:creationId xmlns:p14="http://schemas.microsoft.com/office/powerpoint/2010/main" val="3027132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linical_Solutions [Auto-saved]" id="{C0B21466-8581-664F-91C8-05411652A1F2}" vid="{06FEBC1B-9392-564D-A10D-6E72DC7BFB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DBAD8226F63D1498E671AA8E970FC90" ma:contentTypeVersion="11" ma:contentTypeDescription="Create a new document." ma:contentTypeScope="" ma:versionID="d31feb1b6b6eae1520cd6520f1ecdcbd">
  <xsd:schema xmlns:xsd="http://www.w3.org/2001/XMLSchema" xmlns:xs="http://www.w3.org/2001/XMLSchema" xmlns:p="http://schemas.microsoft.com/office/2006/metadata/properties" xmlns:ns2="40626123-4ce6-4ca9-88e9-075a383d0af8" xmlns:ns3="f6f601e0-d885-4d16-9ede-da5bda2ff533" targetNamespace="http://schemas.microsoft.com/office/2006/metadata/properties" ma:root="true" ma:fieldsID="0170832b21e7ab518fd192a2d47f6895" ns2:_="" ns3:_="">
    <xsd:import namespace="40626123-4ce6-4ca9-88e9-075a383d0af8"/>
    <xsd:import namespace="f6f601e0-d885-4d16-9ede-da5bda2ff53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626123-4ce6-4ca9-88e9-075a383d0a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575a5c9-b66a-4b5c-a3d3-15f7a826b945"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6f601e0-d885-4d16-9ede-da5bda2ff53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4bd4909-efd9-45ac-b419-fe3fd9ee05cc}" ma:internalName="TaxCatchAll" ma:showField="CatchAllData" ma:web="f6f601e0-d885-4d16-9ede-da5bda2ff5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f6f601e0-d885-4d16-9ede-da5bda2ff533" xsi:nil="true"/>
    <lcf76f155ced4ddcb4097134ff3c332f xmlns="40626123-4ce6-4ca9-88e9-075a383d0af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B6AE0C-9BE9-465E-8F7B-E5F96670E3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0626123-4ce6-4ca9-88e9-075a383d0af8"/>
    <ds:schemaRef ds:uri="f6f601e0-d885-4d16-9ede-da5bda2ff53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D507E91-EDC2-4219-91B2-3CDF71D75083}">
  <ds:schemaRefs>
    <ds:schemaRef ds:uri="40626123-4ce6-4ca9-88e9-075a383d0af8"/>
    <ds:schemaRef ds:uri="f6f601e0-d885-4d16-9ede-da5bda2ff533"/>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CBF94E4-0759-4EC4-A898-D3209A5A814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587</Words>
  <Application>Microsoft Office PowerPoint</Application>
  <PresentationFormat>Widescreen</PresentationFormat>
  <Paragraphs>89</Paragraphs>
  <Slides>7</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Aptos</vt:lpstr>
      <vt:lpstr>Aptos Display</vt:lpstr>
      <vt:lpstr>Aptos SemiBold</vt: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Anoob KG</dc:creator>
  <cp:lastModifiedBy>Biswajit Biswas</cp:lastModifiedBy>
  <cp:revision>6</cp:revision>
  <dcterms:created xsi:type="dcterms:W3CDTF">2025-03-14T04:45:46Z</dcterms:created>
  <dcterms:modified xsi:type="dcterms:W3CDTF">2025-12-08T10:13:06Z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0x010100DDBAD8226F63D1498E671AA8E970FC90</vt:lpwstr>
  </property>
  <property fmtid="{D5CDD505-2E9C-101B-9397-08002B2CF9AE}" pid="3" name="MediaServiceImageTags">
    <vt:lpwstr/>
  </property>
</Properties>
</file>